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88ef8e6f0d44a89" /><Relationship Type="http://schemas.openxmlformats.org/officeDocument/2006/relationships/extended-properties" Target="/docProps/app.xml" Id="R6b0d1d782e9e4936" /><Relationship Type="http://schemas.openxmlformats.org/officeDocument/2006/relationships/officeDocument" Target="/ppt/presentation.xml" Id="Rfdc964c07fd14f82" /></Relationships>
</file>

<file path=ppt/presentation.xml><?xml version="1.0" encoding="utf-8"?>
<p:presentation xmlns:p="http://schemas.openxmlformats.org/presentationml/2006/main">
  <p:sldMasterIdLst>
    <p:sldMasterId xmlns:r="http://schemas.openxmlformats.org/officeDocument/2006/relationships" id="2147483648" r:id="R25b6b4a103fe4db1"/>
  </p:sldMasterIdLst>
  <p:notesMasterIdLst>
    <p:notesMasterId xmlns:r="http://schemas.openxmlformats.org/officeDocument/2006/relationships" r:id="R160625476b1b408b"/>
  </p:notesMasterIdLst>
  <p:sldIdLst>
    <p:sldId xmlns:r="http://schemas.openxmlformats.org/officeDocument/2006/relationships" id="256" r:id="R6cf306b84f31473b"/>
    <p:sldId xmlns:r="http://schemas.openxmlformats.org/officeDocument/2006/relationships" id="257" r:id="R7aec1b211f4b4a53"/>
    <p:sldId xmlns:r="http://schemas.openxmlformats.org/officeDocument/2006/relationships" id="258" r:id="R87a11c62122c4c1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8575a2e13b4649" /><Relationship Type="http://schemas.openxmlformats.org/officeDocument/2006/relationships/slideMaster" Target="/ppt/slideMasters/slideMaster1.xml" Id="R25b6b4a103fe4db1" /><Relationship Type="http://schemas.openxmlformats.org/officeDocument/2006/relationships/notesMaster" Target="/ppt/notesMasters/notesMaster1.xml" Id="R160625476b1b408b" /><Relationship Type="http://schemas.openxmlformats.org/officeDocument/2006/relationships/presProps" Target="/ppt/presProps.xml" Id="Re8f95e81083e43cc" /><Relationship Type="http://schemas.openxmlformats.org/officeDocument/2006/relationships/tableStyles" Target="/ppt/tableStyles.xml" Id="R495196834ef2437a" /><Relationship Type="http://schemas.openxmlformats.org/officeDocument/2006/relationships/slide" Target="/ppt/slides/slide1.xml" Id="R6cf306b84f31473b" /><Relationship Type="http://schemas.openxmlformats.org/officeDocument/2006/relationships/slide" Target="/ppt/slides/slide2.xml" Id="R7aec1b211f4b4a53" /><Relationship Type="http://schemas.openxmlformats.org/officeDocument/2006/relationships/slide" Target="/ppt/slides/slide3.xml" Id="R87a11c62122c4c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cfbb901bae24ff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nrope"/>
        <a:ea typeface=""/>
        <a:cs typeface=""/>
      </a:majorFont>
      <a:minorFont>
        <a:latin typeface="Manrop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1d90b57503e4a60" /><Relationship Type="http://schemas.openxmlformats.org/officeDocument/2006/relationships/notesMaster" Target="/ppt/notesMasters/notesMaster1.xml" Id="R80247991ed784a8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c2b7564011e4cd7" /><Relationship Type="http://schemas.openxmlformats.org/officeDocument/2006/relationships/notesMaster" Target="/ppt/notesMasters/notesMaster1.xml" Id="R2935c6cb34d348f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92669c37c1944a9" /><Relationship Type="http://schemas.openxmlformats.org/officeDocument/2006/relationships/notesMaster" Target="/ppt/notesMasters/notesMaster1.xml" Id="R9a2e0cf768714c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LakeLife is for mobile-home and RV park owners who want the money record and property work in the same place. Bills can be raised by lot on a schedule. Shared expenses can be allocated to the lots that carry them. Cash and checks are recorded and confirmed. Crew work has a photo requirement before completion. Ask which part takes the most chasing today.</a:t>
            </a:r>
          </a:p>
          <a:p xmlns:a="http://schemas.openxmlformats.org/drawingml/2006/main">
            <a:r>
              <a:t>Sources: src/app/for-parks/page.tsx (current public product copy), src/components/Brand.tsx and lakelife.html (original artwork and identity). Local sources reviewed 17 October 2026. No automatic card collection, savings figures, adoption statistics or payment-processing claim is made.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 lake homeowner, lead with one service they already need. LakeLife brings the service price, booking and property record together. A job needs the required completion photos. If a crew proposes a profile correction that changes pricing, the homeowner approves it first. Seasonal water work depends on lake conditions, and availability depends on local crew coverage.</a:t>
            </a:r>
          </a:p>
          <a:p xmlns:a="http://schemas.openxmlformats.org/drawingml/2006/main">
            <a:r>
              <a:t>Sources: lakelife.html (tagline, service range and visual identity), AGENTS.md (all-in price, photo gate and change approval), lakelife-beta-launch-plan.md sections 4 and 5. Local sources reviewed 17 October 2026. The imagery is original prototype service artwork, not job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a conversation about their actual property or park. For park owners, show the lot, rent and shared-cost workflow and discuss the service needs. For homeowners, start with one relevant service. Confirm available crews, timing, scope and any applicable fees before an enrollment commitment. The next step is LakeLife.ai. Park inquiries are at https://www.lakelife.ai/for-parks.</a:t>
            </a:r>
          </a:p>
          <a:p xmlns:a="http://schemas.openxmlformats.org/drawingml/2006/main">
            <a:r>
              <a:t>Sources: src/app/for-parks/page.tsx (guided setup and local crew onboarding), src/app/page.tsx (homeowner flow), user confirmation of LakeLife.ai on 17 October 2026. No free trial, fixed setup time or automatic payments are promised.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ed80c3b9484ee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06e513c29c7468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74aef4241f94b1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ec4561bc8b2437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143bb293414408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631792c302648a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D0860B1-6E12-48BB-B40C-DC8694947C6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C72F1BE-508D-41DB-A2AE-41F924EAA71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7002A8C-C62B-4AEA-B36C-57C1950B407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500F1B-43D6-4F0B-B337-B7CCF971FA1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C20846D-F466-4F00-BE98-BE9DF549909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A8910D0-6F15-4BBB-B9BD-B67BD4F538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4B210FB-3423-46A2-80A1-C4DAB786DE2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7B3179B-D505-4DCF-9C9E-CA69157AB38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0071868-B656-4934-AC9A-95066A06A4C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2889D16-4CD5-4ECD-8C7B-984323C12FC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12ec4a42c894c4c" /><Relationship Type="http://schemas.openxmlformats.org/officeDocument/2006/relationships/slideLayout" Target="/ppt/slideLayouts/slideLayout1.xml" Id="Ra6c1c6b6178c4959" /><Relationship Type="http://schemas.openxmlformats.org/officeDocument/2006/relationships/slideLayout" Target="/ppt/slideLayouts/slideLayout2.xml" Id="R33809a3638eb4bbc" /><Relationship Type="http://schemas.openxmlformats.org/officeDocument/2006/relationships/slideLayout" Target="/ppt/slideLayouts/slideLayout3.xml" Id="R030a48c552d64602" /><Relationship Type="http://schemas.openxmlformats.org/officeDocument/2006/relationships/slideLayout" Target="/ppt/slideLayouts/slideLayout4.xml" Id="R2b4327636c344331" /><Relationship Type="http://schemas.openxmlformats.org/officeDocument/2006/relationships/slideLayout" Target="/ppt/slideLayouts/slideLayout5.xml" Id="Rd32bf9b33f444cbe" /><Relationship Type="http://schemas.openxmlformats.org/officeDocument/2006/relationships/slideLayout" Target="/ppt/slideLayouts/slideLayout6.xml" Id="R1ffda30a33e2446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6c1c6b6178c4959"/>
    <p:sldLayoutId xmlns:r="http://schemas.openxmlformats.org/officeDocument/2006/relationships" id="2147483650" r:id="R33809a3638eb4bbc"/>
    <p:sldLayoutId xmlns:r="http://schemas.openxmlformats.org/officeDocument/2006/relationships" id="2147483651" r:id="R030a48c552d64602"/>
    <p:sldLayoutId xmlns:r="http://schemas.openxmlformats.org/officeDocument/2006/relationships" id="2147483652" r:id="R2b4327636c344331"/>
    <p:sldLayoutId xmlns:r="http://schemas.openxmlformats.org/officeDocument/2006/relationships" id="2147483653" r:id="Rd32bf9b33f444cbe"/>
    <p:sldLayoutId xmlns:r="http://schemas.openxmlformats.org/officeDocument/2006/relationships" id="2147483654" r:id="R1ffda30a33e244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nrope"/>
        <a:ea typeface=""/>
        <a:cs typeface=""/>
      </a:majorFont>
      <a:minorFont>
        <a:latin typeface="Manrop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564a16df307412c" /><Relationship Type="http://schemas.openxmlformats.org/officeDocument/2006/relationships/image" Target="/ppt/media/image.png" Id="Rfde212ea4aa74bd8" /><Relationship Type="http://schemas.openxmlformats.org/officeDocument/2006/relationships/image" Target="/ppt/media/image2.png" Id="Re341e3cccb194079" /><Relationship Type="http://schemas.openxmlformats.org/officeDocument/2006/relationships/image" Target="/ppt/media/image3.png" Id="R7a8eb2794c2a48a7" /><Relationship Type="http://schemas.openxmlformats.org/officeDocument/2006/relationships/notesSlide" Target="/ppt/notesSlides/notesSlide1.xml" Id="Ref10f92e3953474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782cbcbc148404c" /><Relationship Type="http://schemas.openxmlformats.org/officeDocument/2006/relationships/image" Target="/ppt/media/image4.png" Id="R8c594124f34c4f41" /><Relationship Type="http://schemas.openxmlformats.org/officeDocument/2006/relationships/image" Target="/ppt/media/image5.png" Id="R63e435b182374605" /><Relationship Type="http://schemas.openxmlformats.org/officeDocument/2006/relationships/image" Target="/ppt/media/image6.png" Id="Ra613915e23c241dc" /><Relationship Type="http://schemas.openxmlformats.org/officeDocument/2006/relationships/image" Target="/ppt/media/image7.png" Id="R33b953b5c35a4bb1" /><Relationship Type="http://schemas.openxmlformats.org/officeDocument/2006/relationships/image" Target="/ppt/media/image8.png" Id="R57b0bb771a554fbe" /><Relationship Type="http://schemas.openxmlformats.org/officeDocument/2006/relationships/image" Target="/ppt/media/image9.png" Id="R99a8b7f9d38a4f9d" /><Relationship Type="http://schemas.openxmlformats.org/officeDocument/2006/relationships/notesSlide" Target="/ppt/notesSlides/notesSlide2.xml" Id="Rcee66da4278d44f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ca2a3cf7b204e1d" /><Relationship Type="http://schemas.openxmlformats.org/officeDocument/2006/relationships/image" Target="/ppt/media/image10.png" Id="R0eec8b7642614643" /><Relationship Type="http://schemas.openxmlformats.org/officeDocument/2006/relationships/hyperlink" Target="https://www.lakelife.ai" TargetMode="External" Id="R8671b7b877e64c04" /><Relationship Type="http://schemas.openxmlformats.org/officeDocument/2006/relationships/image" Target="/ppt/media/image11.png" Id="R30651b431b6b4e3d" /><Relationship Type="http://schemas.openxmlformats.org/officeDocument/2006/relationships/notesSlide" Target="/ppt/notesSlides/notesSlide3.xml" Id="R09bba87b4a41433c" /></Relationships>
</file>

<file path=ppt/slides/slide1.xml><?xml version="1.0" encoding="utf-8"?>
<p:sld xmlns:p="http://schemas.openxmlformats.org/presentationml/2006/main">
  <p:cSld>
    <p:bg>
      <p:bgPr>
        <a:solidFill xmlns:a="http://schemas.openxmlformats.org/drawingml/2006/main">
          <a:srgbClr val="0A2430"/>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5BE5A420-08E7-4277-B425-2AA068B815BE}"/>
              </a:ext>
            </a:extLst>
          </p:cNvPr>
          <p:cNvPicPr>
            <a:picLocks xmlns:a="http://schemas.openxmlformats.org/drawingml/2006/main" noChangeAspect="1"/>
          </p:cNvPicPr>
          <p:nvPr/>
        </p:nvPicPr>
        <p:blipFill>
          <a:blip xmlns:r="http://schemas.openxmlformats.org/officeDocument/2006/relationships" xmlns:a="http://schemas.openxmlformats.org/drawingml/2006/main" r:embed="Rfde212ea4aa74bd8"/>
          <a:stretch xmlns:a="http://schemas.openxmlformats.org/drawingml/2006/main"/>
        </p:blipFill>
        <p:spPr>
          <a:xfrm xmlns:a="http://schemas.openxmlformats.org/drawingml/2006/main">
            <a:off x="647700" y="400050"/>
            <a:ext cx="400050" cy="400050"/>
          </a:xfrm>
          <a:prstGeom xmlns:a="http://schemas.openxmlformats.org/drawingml/2006/main" prst="rect">
            <a:avLst/>
          </a:prstGeom>
        </p:spPr>
      </p:pic>
      <p:sp>
        <p:nvSpPr>
          <p:cNvPr id="2" name="Lake">
            <a:extLst xmlns:a="http://schemas.openxmlformats.org/drawingml/2006/main">
              <a:ext uri="{FF2B5EF4-FFF2-40B4-BE49-F238E27FC236}">
                <a16:creationId xmlns:a16="http://schemas.microsoft.com/office/drawing/2014/main" id="{E14D7978-A310-40A1-A669-DEF532E39AE1}"/>
              </a:ext>
            </a:extLst>
          </p:cNvPr>
          <p:cNvSpPr>
            <a:spLocks xmlns:a="http://schemas.openxmlformats.org/drawingml/2006/main" noGrp="1"/>
          </p:cNvSpPr>
          <p:nvPr/>
        </p:nvSpPr>
        <p:spPr>
          <a:xfrm xmlns:a="http://schemas.openxmlformats.org/drawingml/2006/main">
            <a:off x="1162050" y="438150"/>
            <a:ext cx="704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1">
                <a:solidFill>
                  <a:srgbClr val="FFFFFF"/>
                </a:solidFill>
                <a:latin typeface="Bricolage Grotesque"/>
                <a:ea typeface="Bricolage Grotesque"/>
                <a:cs typeface="Bricolage Grotesque"/>
              </a:defRPr>
            </a:defPPr>
          </a:lstStyle>
          <a:p xmlns:a="http://schemas.openxmlformats.org/drawingml/2006/main">
            <a:pPr>
              <a:defRPr sz="2175" b="1">
                <a:solidFill>
                  <a:srgbClr val="FFFFFF"/>
                </a:solidFill>
                <a:latin typeface="Bricolage Grotesque"/>
                <a:ea typeface="Bricolage Grotesque"/>
                <a:cs typeface="Bricolage Grotesque"/>
              </a:defRPr>
            </a:pPr>
            <a:r>
              <a:rPr sz="2175" b="1">
                <a:solidFill>
                  <a:srgbClr val="FFFFFF"/>
                </a:solidFill>
                <a:latin typeface="Bricolage Grotesque"/>
                <a:ea typeface="Bricolage Grotesque"/>
                <a:cs typeface="Bricolage Grotesque"/>
              </a:rPr>
              <a:t>Lake</a:t>
            </a:r>
          </a:p>
        </p:txBody>
      </p:sp>
      <p:sp>
        <p:nvSpPr>
          <p:cNvPr id="3" name="Life">
            <a:extLst xmlns:a="http://schemas.openxmlformats.org/drawingml/2006/main">
              <a:ext uri="{FF2B5EF4-FFF2-40B4-BE49-F238E27FC236}">
                <a16:creationId xmlns:a16="http://schemas.microsoft.com/office/drawing/2014/main" id="{F01CEE65-02E4-4F08-86E7-E4016D3A7A74}"/>
              </a:ext>
            </a:extLst>
          </p:cNvPr>
          <p:cNvSpPr>
            <a:spLocks xmlns:a="http://schemas.openxmlformats.org/drawingml/2006/main" noGrp="1"/>
          </p:cNvSpPr>
          <p:nvPr/>
        </p:nvSpPr>
        <p:spPr>
          <a:xfrm xmlns:a="http://schemas.openxmlformats.org/drawingml/2006/main">
            <a:off x="1809750" y="438150"/>
            <a:ext cx="6381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1">
                <a:solidFill>
                  <a:srgbClr val="E9B44C"/>
                </a:solidFill>
                <a:latin typeface="Bricolage Grotesque"/>
                <a:ea typeface="Bricolage Grotesque"/>
                <a:cs typeface="Bricolage Grotesque"/>
              </a:defRPr>
            </a:defPPr>
          </a:lstStyle>
          <a:p xmlns:a="http://schemas.openxmlformats.org/drawingml/2006/main">
            <a:pPr>
              <a:defRPr sz="2175" b="1">
                <a:solidFill>
                  <a:srgbClr val="E9B44C"/>
                </a:solidFill>
                <a:latin typeface="Bricolage Grotesque"/>
                <a:ea typeface="Bricolage Grotesque"/>
                <a:cs typeface="Bricolage Grotesque"/>
              </a:defRPr>
            </a:pPr>
            <a:r>
              <a:rPr sz="2175" b="1">
                <a:solidFill>
                  <a:srgbClr val="E9B44C"/>
                </a:solidFill>
                <a:latin typeface="Bricolage Grotesque"/>
                <a:ea typeface="Bricolage Grotesque"/>
                <a:cs typeface="Bricolage Grotesque"/>
              </a:rPr>
              <a:t>Life</a:t>
            </a:r>
          </a:p>
        </p:txBody>
      </p:sp>
      <p:sp>
        <p:nvSpPr>
          <p:cNvPr id="4" name="FOR MOBILE-HOME &amp; RV PARK OWNERS">
            <a:extLst xmlns:a="http://schemas.openxmlformats.org/drawingml/2006/main">
              <a:ext uri="{FF2B5EF4-FFF2-40B4-BE49-F238E27FC236}">
                <a16:creationId xmlns:a16="http://schemas.microsoft.com/office/drawing/2014/main" id="{26AF25D1-0113-447E-B2D7-457D94017020}"/>
              </a:ext>
            </a:extLst>
          </p:cNvPr>
          <p:cNvSpPr>
            <a:spLocks xmlns:a="http://schemas.openxmlformats.org/drawingml/2006/main" noGrp="1"/>
          </p:cNvSpPr>
          <p:nvPr/>
        </p:nvSpPr>
        <p:spPr>
          <a:xfrm xmlns:a="http://schemas.openxmlformats.org/drawingml/2006/main">
            <a:off x="666750" y="1238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1">
                <a:solidFill>
                  <a:srgbClr val="E9B44C"/>
                </a:solidFill>
                <a:latin typeface="Manrope"/>
                <a:ea typeface="Manrope"/>
                <a:cs typeface="Manrope"/>
              </a:defRPr>
            </a:defPPr>
          </a:lstStyle>
          <a:p xmlns:a="http://schemas.openxmlformats.org/drawingml/2006/main">
            <a:pPr>
              <a:defRPr sz="1200" b="1">
                <a:solidFill>
                  <a:srgbClr val="E9B44C"/>
                </a:solidFill>
                <a:latin typeface="Manrope"/>
                <a:ea typeface="Manrope"/>
                <a:cs typeface="Manrope"/>
              </a:defRPr>
            </a:pPr>
            <a:r>
              <a:rPr sz="1200" b="1">
                <a:solidFill>
                  <a:srgbClr val="E9B44C"/>
                </a:solidFill>
                <a:latin typeface="Manrope"/>
                <a:ea typeface="Manrope"/>
                <a:cs typeface="Manrope"/>
              </a:rPr>
              <a:t>FOR MOBILE-HOME &amp; RV PARK OWNERS</a:t>
            </a:r>
          </a:p>
        </p:txBody>
      </p:sp>
      <p:sp>
        <p:nvSpPr>
          <p:cNvPr id="5" name="Your park,">
            <a:extLst xmlns:a="http://schemas.openxmlformats.org/drawingml/2006/main">
              <a:ext uri="{FF2B5EF4-FFF2-40B4-BE49-F238E27FC236}">
                <a16:creationId xmlns:a16="http://schemas.microsoft.com/office/drawing/2014/main" id="{A72BC283-893F-4B21-82B7-C390125B1868}"/>
              </a:ext>
            </a:extLst>
          </p:cNvPr>
          <p:cNvSpPr>
            <a:spLocks xmlns:a="http://schemas.openxmlformats.org/drawingml/2006/main" noGrp="1"/>
          </p:cNvSpPr>
          <p:nvPr/>
        </p:nvSpPr>
        <p:spPr>
          <a:xfrm xmlns:a="http://schemas.openxmlformats.org/drawingml/2006/main">
            <a:off x="628650" y="1714500"/>
            <a:ext cx="742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600" b="1">
                <a:solidFill>
                  <a:srgbClr val="FFFFFF"/>
                </a:solidFill>
                <a:latin typeface="Bricolage Grotesque"/>
                <a:ea typeface="Bricolage Grotesque"/>
                <a:cs typeface="Bricolage Grotesque"/>
              </a:defRPr>
            </a:defPPr>
          </a:lstStyle>
          <a:p xmlns:a="http://schemas.openxmlformats.org/drawingml/2006/main">
            <a:pPr>
              <a:defRPr sz="6600" b="1">
                <a:solidFill>
                  <a:srgbClr val="FFFFFF"/>
                </a:solidFill>
                <a:latin typeface="Bricolage Grotesque"/>
                <a:ea typeface="Bricolage Grotesque"/>
                <a:cs typeface="Bricolage Grotesque"/>
              </a:defRPr>
            </a:pPr>
            <a:r>
              <a:rPr sz="6600" b="1">
                <a:solidFill>
                  <a:srgbClr val="FFFFFF"/>
                </a:solidFill>
                <a:latin typeface="Bricolage Grotesque"/>
                <a:ea typeface="Bricolage Grotesque"/>
                <a:cs typeface="Bricolage Grotesque"/>
              </a:rPr>
              <a:t>Your park,</a:t>
            </a:r>
          </a:p>
        </p:txBody>
      </p:sp>
      <p:sp>
        <p:nvSpPr>
          <p:cNvPr id="6" name="in one place">
            <a:extLst xmlns:a="http://schemas.openxmlformats.org/drawingml/2006/main">
              <a:ext uri="{FF2B5EF4-FFF2-40B4-BE49-F238E27FC236}">
                <a16:creationId xmlns:a16="http://schemas.microsoft.com/office/drawing/2014/main" id="{38DB9130-43C6-4E68-8A46-2DB8DBB2C2A9}"/>
              </a:ext>
            </a:extLst>
          </p:cNvPr>
          <p:cNvSpPr>
            <a:spLocks xmlns:a="http://schemas.openxmlformats.org/drawingml/2006/main" noGrp="1"/>
          </p:cNvSpPr>
          <p:nvPr/>
        </p:nvSpPr>
        <p:spPr>
          <a:xfrm xmlns:a="http://schemas.openxmlformats.org/drawingml/2006/main">
            <a:off x="628650" y="2609850"/>
            <a:ext cx="7620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600" b="1">
                <a:solidFill>
                  <a:srgbClr val="FFFFFF"/>
                </a:solidFill>
                <a:latin typeface="Bricolage Grotesque"/>
                <a:ea typeface="Bricolage Grotesque"/>
                <a:cs typeface="Bricolage Grotesque"/>
              </a:defRPr>
            </a:defPPr>
          </a:lstStyle>
          <a:p xmlns:a="http://schemas.openxmlformats.org/drawingml/2006/main">
            <a:pPr>
              <a:defRPr sz="6600" b="1">
                <a:solidFill>
                  <a:srgbClr val="FFFFFF"/>
                </a:solidFill>
                <a:latin typeface="Bricolage Grotesque"/>
                <a:ea typeface="Bricolage Grotesque"/>
                <a:cs typeface="Bricolage Grotesque"/>
              </a:defRPr>
            </a:pPr>
            <a:r>
              <a:rPr sz="6600" b="1">
                <a:solidFill>
                  <a:srgbClr val="FFFFFF"/>
                </a:solidFill>
                <a:latin typeface="Bricolage Grotesque"/>
                <a:ea typeface="Bricolage Grotesque"/>
                <a:cs typeface="Bricolage Grotesque"/>
              </a:rPr>
              <a:t>in one place</a:t>
            </a:r>
          </a:p>
        </p:txBody>
      </p:sp>
      <p:sp>
        <p:nvSpPr>
          <p:cNvPr id="7" name="Rent records, shared costs and crew work">
            <a:extLst xmlns:a="http://schemas.openxmlformats.org/drawingml/2006/main">
              <a:ext uri="{FF2B5EF4-FFF2-40B4-BE49-F238E27FC236}">
                <a16:creationId xmlns:a16="http://schemas.microsoft.com/office/drawing/2014/main" id="{CEB45489-A186-447F-AB1D-06BDB8B8E776}"/>
              </a:ext>
            </a:extLst>
          </p:cNvPr>
          <p:cNvSpPr>
            <a:spLocks xmlns:a="http://schemas.openxmlformats.org/drawingml/2006/main" noGrp="1"/>
          </p:cNvSpPr>
          <p:nvPr/>
        </p:nvSpPr>
        <p:spPr>
          <a:xfrm xmlns:a="http://schemas.openxmlformats.org/drawingml/2006/main">
            <a:off x="666750" y="3876675"/>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0">
                <a:solidFill>
                  <a:srgbClr val="BFE3E8"/>
                </a:solidFill>
                <a:latin typeface="Manrope"/>
                <a:ea typeface="Manrope"/>
                <a:cs typeface="Manrope"/>
              </a:defRPr>
            </a:defPPr>
          </a:lstStyle>
          <a:p xmlns:a="http://schemas.openxmlformats.org/drawingml/2006/main">
            <a:pPr>
              <a:defRPr sz="2100" b="0">
                <a:solidFill>
                  <a:srgbClr val="BFE3E8"/>
                </a:solidFill>
                <a:latin typeface="Manrope"/>
                <a:ea typeface="Manrope"/>
                <a:cs typeface="Manrope"/>
              </a:defRPr>
            </a:pPr>
            <a:r>
              <a:rPr sz="2100" b="0">
                <a:solidFill>
                  <a:srgbClr val="BFE3E8"/>
                </a:solidFill>
                <a:latin typeface="Manrope"/>
                <a:ea typeface="Manrope"/>
                <a:cs typeface="Manrope"/>
              </a:rPr>
              <a:t>Rent records, shared costs and crew work.</a:t>
            </a:r>
          </a:p>
        </p:txBody>
      </p:sp>
      <p:sp>
        <p:nvSpPr>
          <p:cNvPr id="8" name="A clearer view of what is owed and what ">
            <a:extLst xmlns:a="http://schemas.openxmlformats.org/drawingml/2006/main">
              <a:ext uri="{FF2B5EF4-FFF2-40B4-BE49-F238E27FC236}">
                <a16:creationId xmlns:a16="http://schemas.microsoft.com/office/drawing/2014/main" id="{5E6D2991-C5D4-4C24-8758-BBBCE9C9E7B5}"/>
              </a:ext>
            </a:extLst>
          </p:cNvPr>
          <p:cNvSpPr>
            <a:spLocks xmlns:a="http://schemas.openxmlformats.org/drawingml/2006/main" noGrp="1"/>
          </p:cNvSpPr>
          <p:nvPr/>
        </p:nvSpPr>
        <p:spPr>
          <a:xfrm xmlns:a="http://schemas.openxmlformats.org/drawingml/2006/main">
            <a:off x="666750" y="4324350"/>
            <a:ext cx="1000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BFE3E8"/>
                </a:solidFill>
                <a:latin typeface="Manrope"/>
                <a:ea typeface="Manrope"/>
                <a:cs typeface="Manrope"/>
              </a:defRPr>
            </a:defPPr>
          </a:lstStyle>
          <a:p xmlns:a="http://schemas.openxmlformats.org/drawingml/2006/main">
            <a:pPr>
              <a:defRPr sz="1800" b="0">
                <a:solidFill>
                  <a:srgbClr val="BFE3E8"/>
                </a:solidFill>
                <a:latin typeface="Manrope"/>
                <a:ea typeface="Manrope"/>
                <a:cs typeface="Manrope"/>
              </a:defRPr>
            </a:pPr>
            <a:r>
              <a:rPr sz="1800" b="0">
                <a:solidFill>
                  <a:srgbClr val="BFE3E8"/>
                </a:solidFill>
                <a:latin typeface="Manrope"/>
                <a:ea typeface="Manrope"/>
                <a:cs typeface="Manrope"/>
              </a:rPr>
              <a:t>A clearer view of what is owed and what needs doing.</a:t>
            </a:r>
          </a:p>
        </p:txBody>
      </p:sp>
      <p:pic>
        <p:nvPicPr>
          <p:cNvPr id="9" name="">
            <a:extLst xmlns:a="http://schemas.openxmlformats.org/drawingml/2006/main">
              <a:ext uri="{FF2B5EF4-FFF2-40B4-BE49-F238E27FC236}">
                <a16:creationId xmlns:a16="http://schemas.microsoft.com/office/drawing/2014/main" id="{7FC22B9E-A244-480F-A164-289B57528F37}"/>
              </a:ext>
            </a:extLst>
          </p:cNvPr>
          <p:cNvPicPr>
            <a:picLocks xmlns:a="http://schemas.openxmlformats.org/drawingml/2006/main" noChangeAspect="1"/>
          </p:cNvPicPr>
          <p:nvPr/>
        </p:nvPicPr>
        <p:blipFill>
          <a:blip xmlns:r="http://schemas.openxmlformats.org/officeDocument/2006/relationships" xmlns:a="http://schemas.openxmlformats.org/drawingml/2006/main" r:embed="Re341e3cccb194079"/>
          <a:stretch xmlns:a="http://schemas.openxmlformats.org/drawingml/2006/main"/>
        </p:blipFill>
        <p:spPr>
          <a:xfrm xmlns:a="http://schemas.openxmlformats.org/drawingml/2006/main">
            <a:off x="9048750" y="1562100"/>
            <a:ext cx="2266950" cy="2266950"/>
          </a:xfrm>
          <a:prstGeom xmlns:a="http://schemas.openxmlformats.org/drawingml/2006/main" prst="rect">
            <a:avLst/>
          </a:prstGeom>
        </p:spPr>
      </p:pic>
      <p:sp>
        <p:nvSpPr>
          <p:cNvPr id="10" name="Scheduled bills by lot">
            <a:extLst xmlns:a="http://schemas.openxmlformats.org/drawingml/2006/main">
              <a:ext uri="{FF2B5EF4-FFF2-40B4-BE49-F238E27FC236}">
                <a16:creationId xmlns:a16="http://schemas.microsoft.com/office/drawing/2014/main" id="{FFBB9DCD-16AA-4A14-9D81-5A1B504F21F3}"/>
              </a:ext>
            </a:extLst>
          </p:cNvPr>
          <p:cNvSpPr>
            <a:spLocks xmlns:a="http://schemas.openxmlformats.org/drawingml/2006/main" noGrp="1"/>
          </p:cNvSpPr>
          <p:nvPr/>
        </p:nvSpPr>
        <p:spPr>
          <a:xfrm xmlns:a="http://schemas.openxmlformats.org/drawingml/2006/main">
            <a:off x="666750" y="52482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1">
                <a:solidFill>
                  <a:srgbClr val="FFFFFF"/>
                </a:solidFill>
                <a:latin typeface="Manrope"/>
                <a:ea typeface="Manrope"/>
                <a:cs typeface="Manrope"/>
              </a:defRPr>
            </a:defPPr>
          </a:lstStyle>
          <a:p xmlns:a="http://schemas.openxmlformats.org/drawingml/2006/main">
            <a:pPr>
              <a:defRPr sz="1725" b="1">
                <a:solidFill>
                  <a:srgbClr val="FFFFFF"/>
                </a:solidFill>
                <a:latin typeface="Manrope"/>
                <a:ea typeface="Manrope"/>
                <a:cs typeface="Manrope"/>
              </a:defRPr>
            </a:pPr>
            <a:r>
              <a:rPr sz="1725" b="1">
                <a:solidFill>
                  <a:srgbClr val="FFFFFF"/>
                </a:solidFill>
                <a:latin typeface="Manrope"/>
                <a:ea typeface="Manrope"/>
                <a:cs typeface="Manrope"/>
              </a:rPr>
              <a:t>Scheduled bills by lot</a:t>
            </a:r>
          </a:p>
        </p:txBody>
      </p:sp>
      <p:sp>
        <p:nvSpPr>
          <p:cNvPr id="11" name="Shared cost records">
            <a:extLst xmlns:a="http://schemas.openxmlformats.org/drawingml/2006/main">
              <a:ext uri="{FF2B5EF4-FFF2-40B4-BE49-F238E27FC236}">
                <a16:creationId xmlns:a16="http://schemas.microsoft.com/office/drawing/2014/main" id="{CA952885-20FD-4657-81DF-930F4A08EF71}"/>
              </a:ext>
            </a:extLst>
          </p:cNvPr>
          <p:cNvSpPr>
            <a:spLocks xmlns:a="http://schemas.openxmlformats.org/drawingml/2006/main" noGrp="1"/>
          </p:cNvSpPr>
          <p:nvPr/>
        </p:nvSpPr>
        <p:spPr>
          <a:xfrm xmlns:a="http://schemas.openxmlformats.org/drawingml/2006/main">
            <a:off x="4572000" y="5248275"/>
            <a:ext cx="3524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1">
                <a:solidFill>
                  <a:srgbClr val="FFFFFF"/>
                </a:solidFill>
                <a:latin typeface="Manrope"/>
                <a:ea typeface="Manrope"/>
                <a:cs typeface="Manrope"/>
              </a:defRPr>
            </a:defPPr>
          </a:lstStyle>
          <a:p xmlns:a="http://schemas.openxmlformats.org/drawingml/2006/main">
            <a:pPr>
              <a:defRPr sz="1725" b="1">
                <a:solidFill>
                  <a:srgbClr val="FFFFFF"/>
                </a:solidFill>
                <a:latin typeface="Manrope"/>
                <a:ea typeface="Manrope"/>
                <a:cs typeface="Manrope"/>
              </a:defRPr>
            </a:pPr>
            <a:r>
              <a:rPr sz="1725" b="1">
                <a:solidFill>
                  <a:srgbClr val="FFFFFF"/>
                </a:solidFill>
                <a:latin typeface="Manrope"/>
                <a:ea typeface="Manrope"/>
                <a:cs typeface="Manrope"/>
              </a:rPr>
              <a:t>Shared cost records</a:t>
            </a:r>
          </a:p>
        </p:txBody>
      </p:sp>
      <p:sp>
        <p:nvSpPr>
          <p:cNvPr id="12" name="Work completion photos">
            <a:extLst xmlns:a="http://schemas.openxmlformats.org/drawingml/2006/main">
              <a:ext uri="{FF2B5EF4-FFF2-40B4-BE49-F238E27FC236}">
                <a16:creationId xmlns:a16="http://schemas.microsoft.com/office/drawing/2014/main" id="{6BC581A9-548A-4D82-8370-88F6BE5B30E6}"/>
              </a:ext>
            </a:extLst>
          </p:cNvPr>
          <p:cNvSpPr>
            <a:spLocks xmlns:a="http://schemas.openxmlformats.org/drawingml/2006/main" noGrp="1"/>
          </p:cNvSpPr>
          <p:nvPr/>
        </p:nvSpPr>
        <p:spPr>
          <a:xfrm xmlns:a="http://schemas.openxmlformats.org/drawingml/2006/main">
            <a:off x="8334375" y="52482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1">
                <a:solidFill>
                  <a:srgbClr val="FFFFFF"/>
                </a:solidFill>
                <a:latin typeface="Manrope"/>
                <a:ea typeface="Manrope"/>
                <a:cs typeface="Manrope"/>
              </a:defRPr>
            </a:defPPr>
          </a:lstStyle>
          <a:p xmlns:a="http://schemas.openxmlformats.org/drawingml/2006/main">
            <a:pPr>
              <a:defRPr sz="1725" b="1">
                <a:solidFill>
                  <a:srgbClr val="FFFFFF"/>
                </a:solidFill>
                <a:latin typeface="Manrope"/>
                <a:ea typeface="Manrope"/>
                <a:cs typeface="Manrope"/>
              </a:defRPr>
            </a:pPr>
            <a:r>
              <a:rPr sz="1725" b="1">
                <a:solidFill>
                  <a:srgbClr val="FFFFFF"/>
                </a:solidFill>
                <a:latin typeface="Manrope"/>
                <a:ea typeface="Manrope"/>
                <a:cs typeface="Manrope"/>
              </a:rPr>
              <a:t>Work completion photos</a:t>
            </a:r>
          </a:p>
        </p:txBody>
      </p:sp>
      <p:pic>
        <p:nvPicPr>
          <p:cNvPr id="13" name="">
            <a:extLst xmlns:a="http://schemas.openxmlformats.org/drawingml/2006/main">
              <a:ext uri="{FF2B5EF4-FFF2-40B4-BE49-F238E27FC236}">
                <a16:creationId xmlns:a16="http://schemas.microsoft.com/office/drawing/2014/main" id="{45553A7C-6282-48DA-9D7D-0B8894163F3C}"/>
              </a:ext>
            </a:extLst>
          </p:cNvPr>
          <p:cNvPicPr>
            <a:picLocks xmlns:a="http://schemas.openxmlformats.org/drawingml/2006/main" noChangeAspect="1"/>
          </p:cNvPicPr>
          <p:nvPr/>
        </p:nvPicPr>
        <p:blipFill>
          <a:blip xmlns:r="http://schemas.openxmlformats.org/officeDocument/2006/relationships" xmlns:a="http://schemas.openxmlformats.org/drawingml/2006/main" r:embed="R7a8eb2794c2a48a7"/>
          <a:stretch xmlns:a="http://schemas.openxmlformats.org/drawingml/2006/main"/>
        </p:blipFill>
        <p:spPr>
          <a:xfrm xmlns:a="http://schemas.openxmlformats.org/drawingml/2006/main">
            <a:off x="0" y="5926138"/>
            <a:ext cx="12192000" cy="930275"/>
          </a:xfrm>
          <a:prstGeom xmlns:a="http://schemas.openxmlformats.org/drawingml/2006/main" prst="rect">
            <a:avLst/>
          </a:prstGeom>
        </p:spPr>
      </p:pic>
    </p:spTree>
    <p:extLst>
      <p:ext uri="{BB962C8B-B14F-4D97-AF65-F5344CB8AC3E}">
        <p14:creationId xmlns:p14="http://schemas.microsoft.com/office/powerpoint/2010/main" val="1173666005"/>
      </p:ext>
    </p:extLst>
  </p:cSld>
</p:sld>
</file>

<file path=ppt/slides/slide2.xml><?xml version="1.0" encoding="utf-8"?>
<p:sld xmlns:p="http://schemas.openxmlformats.org/presentationml/2006/main">
  <p:cSld>
    <p:bg>
      <p:bgPr>
        <a:solidFill xmlns:a="http://schemas.openxmlformats.org/drawingml/2006/main">
          <a:srgbClr val="F3F8F9"/>
        </a:solidFill>
      </p:bgPr>
    </p:bg>
    <p:spTree>
      <p:nvGrpSpPr>
        <p:cNvPr id="1" name=""/>
        <p:cNvGrpSpPr/>
        <p:nvPr/>
      </p:nvGrpSpPr>
      <p:grpSpPr>
        <a:xfrm xmlns:a="http://schemas.openxmlformats.org/drawingml/2006/main"/>
      </p:grpSpPr>
      <p:sp>
        <p:nvSpPr>
          <p:cNvPr id="25" name="Dark brand band">
            <a:extLst xmlns:a="http://schemas.openxmlformats.org/drawingml/2006/main">
              <a:ext uri="{FF2B5EF4-FFF2-40B4-BE49-F238E27FC236}">
                <a16:creationId xmlns:a16="http://schemas.microsoft.com/office/drawing/2014/main" id="{253C4C89-6B70-4C56-906B-4AE64F8EE5F8}"/>
              </a:ext>
            </a:extLst>
          </p:cNvPr>
          <p:cNvSpPr>
            <a:spLocks xmlns:a="http://schemas.openxmlformats.org/drawingml/2006/main" noGrp="1"/>
          </p:cNvSpPr>
          <p:nvPr/>
        </p:nvSpPr>
        <p:spPr>
          <a:xfrm xmlns:a="http://schemas.openxmlformats.org/drawingml/2006/main">
            <a:off x="552450" y="304800"/>
            <a:ext cx="2114550" cy="609600"/>
          </a:xfrm>
          <a:prstGeom xmlns:a="http://schemas.openxmlformats.org/drawingml/2006/main" prst="rect">
            <a:avLst/>
          </a:prstGeom>
          <a:solidFill xmlns:a="http://schemas.openxmlformats.org/drawingml/2006/main">
            <a:srgbClr val="0A2430"/>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70D31060-0F93-462F-90BC-FB685B71B9DC}"/>
              </a:ext>
            </a:extLst>
          </p:cNvPr>
          <p:cNvPicPr>
            <a:picLocks xmlns:a="http://schemas.openxmlformats.org/drawingml/2006/main" noChangeAspect="1"/>
          </p:cNvPicPr>
          <p:nvPr/>
        </p:nvPicPr>
        <p:blipFill>
          <a:blip xmlns:r="http://schemas.openxmlformats.org/officeDocument/2006/relationships" xmlns:a="http://schemas.openxmlformats.org/drawingml/2006/main" r:embed="R8c594124f34c4f41"/>
          <a:stretch xmlns:a="http://schemas.openxmlformats.org/drawingml/2006/main"/>
        </p:blipFill>
        <p:spPr>
          <a:xfrm xmlns:a="http://schemas.openxmlformats.org/drawingml/2006/main">
            <a:off x="647700" y="400050"/>
            <a:ext cx="400050" cy="400050"/>
          </a:xfrm>
          <a:prstGeom xmlns:a="http://schemas.openxmlformats.org/drawingml/2006/main" prst="rect">
            <a:avLst/>
          </a:prstGeom>
        </p:spPr>
      </p:pic>
      <p:sp>
        <p:nvSpPr>
          <p:cNvPr id="3" name="Lake">
            <a:extLst xmlns:a="http://schemas.openxmlformats.org/drawingml/2006/main">
              <a:ext uri="{FF2B5EF4-FFF2-40B4-BE49-F238E27FC236}">
                <a16:creationId xmlns:a16="http://schemas.microsoft.com/office/drawing/2014/main" id="{DE6F6D90-7020-4834-BC03-6CD08AF7D64C}"/>
              </a:ext>
            </a:extLst>
          </p:cNvPr>
          <p:cNvSpPr>
            <a:spLocks xmlns:a="http://schemas.openxmlformats.org/drawingml/2006/main" noGrp="1"/>
          </p:cNvSpPr>
          <p:nvPr/>
        </p:nvSpPr>
        <p:spPr>
          <a:xfrm xmlns:a="http://schemas.openxmlformats.org/drawingml/2006/main">
            <a:off x="1162050" y="438150"/>
            <a:ext cx="704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1">
                <a:solidFill>
                  <a:srgbClr val="FFFFFF"/>
                </a:solidFill>
                <a:latin typeface="Bricolage Grotesque"/>
                <a:ea typeface="Bricolage Grotesque"/>
                <a:cs typeface="Bricolage Grotesque"/>
              </a:defRPr>
            </a:defPPr>
          </a:lstStyle>
          <a:p xmlns:a="http://schemas.openxmlformats.org/drawingml/2006/main">
            <a:pPr>
              <a:defRPr sz="2175" b="1">
                <a:solidFill>
                  <a:srgbClr val="FFFFFF"/>
                </a:solidFill>
                <a:latin typeface="Bricolage Grotesque"/>
                <a:ea typeface="Bricolage Grotesque"/>
                <a:cs typeface="Bricolage Grotesque"/>
              </a:defRPr>
            </a:pPr>
            <a:r>
              <a:rPr sz="2175" b="1">
                <a:solidFill>
                  <a:srgbClr val="FFFFFF"/>
                </a:solidFill>
                <a:latin typeface="Bricolage Grotesque"/>
                <a:ea typeface="Bricolage Grotesque"/>
                <a:cs typeface="Bricolage Grotesque"/>
              </a:rPr>
              <a:t>Lake</a:t>
            </a:r>
          </a:p>
        </p:txBody>
      </p:sp>
      <p:sp>
        <p:nvSpPr>
          <p:cNvPr id="4" name="Life">
            <a:extLst xmlns:a="http://schemas.openxmlformats.org/drawingml/2006/main">
              <a:ext uri="{FF2B5EF4-FFF2-40B4-BE49-F238E27FC236}">
                <a16:creationId xmlns:a16="http://schemas.microsoft.com/office/drawing/2014/main" id="{33FFCE9D-93B0-4655-A115-C528DEAA3386}"/>
              </a:ext>
            </a:extLst>
          </p:cNvPr>
          <p:cNvSpPr>
            <a:spLocks xmlns:a="http://schemas.openxmlformats.org/drawingml/2006/main" noGrp="1"/>
          </p:cNvSpPr>
          <p:nvPr/>
        </p:nvSpPr>
        <p:spPr>
          <a:xfrm xmlns:a="http://schemas.openxmlformats.org/drawingml/2006/main">
            <a:off x="1809750" y="438150"/>
            <a:ext cx="6381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1">
                <a:solidFill>
                  <a:srgbClr val="E9B44C"/>
                </a:solidFill>
                <a:latin typeface="Bricolage Grotesque"/>
                <a:ea typeface="Bricolage Grotesque"/>
                <a:cs typeface="Bricolage Grotesque"/>
              </a:defRPr>
            </a:defPPr>
          </a:lstStyle>
          <a:p xmlns:a="http://schemas.openxmlformats.org/drawingml/2006/main">
            <a:pPr>
              <a:defRPr sz="2175" b="1">
                <a:solidFill>
                  <a:srgbClr val="E9B44C"/>
                </a:solidFill>
                <a:latin typeface="Bricolage Grotesque"/>
                <a:ea typeface="Bricolage Grotesque"/>
                <a:cs typeface="Bricolage Grotesque"/>
              </a:defRPr>
            </a:pPr>
            <a:r>
              <a:rPr sz="2175" b="1">
                <a:solidFill>
                  <a:srgbClr val="E9B44C"/>
                </a:solidFill>
                <a:latin typeface="Bricolage Grotesque"/>
                <a:ea typeface="Bricolage Grotesque"/>
                <a:cs typeface="Bricolage Grotesque"/>
              </a:rPr>
              <a:t>Life</a:t>
            </a:r>
          </a:p>
        </p:txBody>
      </p:sp>
      <p:sp>
        <p:nvSpPr>
          <p:cNvPr id="5" name="FOR LAKE HOMEOWNERS">
            <a:extLst xmlns:a="http://schemas.openxmlformats.org/drawingml/2006/main">
              <a:ext uri="{FF2B5EF4-FFF2-40B4-BE49-F238E27FC236}">
                <a16:creationId xmlns:a16="http://schemas.microsoft.com/office/drawing/2014/main" id="{584762D4-61F8-4815-A9C8-3CBAB13309F3}"/>
              </a:ext>
            </a:extLst>
          </p:cNvPr>
          <p:cNvSpPr>
            <a:spLocks xmlns:a="http://schemas.openxmlformats.org/drawingml/2006/main" noGrp="1"/>
          </p:cNvSpPr>
          <p:nvPr/>
        </p:nvSpPr>
        <p:spPr>
          <a:xfrm xmlns:a="http://schemas.openxmlformats.org/drawingml/2006/main">
            <a:off x="666750" y="1200150"/>
            <a:ext cx="809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1">
                <a:solidFill>
                  <a:srgbClr val="137A8C"/>
                </a:solidFill>
                <a:latin typeface="Manrope"/>
                <a:ea typeface="Manrope"/>
                <a:cs typeface="Manrope"/>
              </a:defRPr>
            </a:defPPr>
          </a:lstStyle>
          <a:p xmlns:a="http://schemas.openxmlformats.org/drawingml/2006/main">
            <a:pPr>
              <a:defRPr sz="1200" b="1">
                <a:solidFill>
                  <a:srgbClr val="137A8C"/>
                </a:solidFill>
                <a:latin typeface="Manrope"/>
                <a:ea typeface="Manrope"/>
                <a:cs typeface="Manrope"/>
              </a:defRPr>
            </a:pPr>
            <a:r>
              <a:rPr sz="1200" b="1">
                <a:solidFill>
                  <a:srgbClr val="137A8C"/>
                </a:solidFill>
                <a:latin typeface="Manrope"/>
                <a:ea typeface="Manrope"/>
                <a:cs typeface="Manrope"/>
              </a:rPr>
              <a:t>FOR LAKE HOMEOWNERS</a:t>
            </a:r>
          </a:p>
        </p:txBody>
      </p:sp>
      <p:sp>
        <p:nvSpPr>
          <p:cNvPr id="6" name="Your lake house,">
            <a:extLst xmlns:a="http://schemas.openxmlformats.org/drawingml/2006/main">
              <a:ext uri="{FF2B5EF4-FFF2-40B4-BE49-F238E27FC236}">
                <a16:creationId xmlns:a16="http://schemas.microsoft.com/office/drawing/2014/main" id="{0A366DC2-A485-458E-B57B-A375E42D3C70}"/>
              </a:ext>
            </a:extLst>
          </p:cNvPr>
          <p:cNvSpPr>
            <a:spLocks xmlns:a="http://schemas.openxmlformats.org/drawingml/2006/main" noGrp="1"/>
          </p:cNvSpPr>
          <p:nvPr/>
        </p:nvSpPr>
        <p:spPr>
          <a:xfrm xmlns:a="http://schemas.openxmlformats.org/drawingml/2006/main">
            <a:off x="628650" y="1619250"/>
            <a:ext cx="1085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950" b="1">
                <a:solidFill>
                  <a:srgbClr val="0A2430"/>
                </a:solidFill>
                <a:latin typeface="Bricolage Grotesque"/>
                <a:ea typeface="Bricolage Grotesque"/>
                <a:cs typeface="Bricolage Grotesque"/>
              </a:defRPr>
            </a:defPPr>
          </a:lstStyle>
          <a:p xmlns:a="http://schemas.openxmlformats.org/drawingml/2006/main">
            <a:pPr>
              <a:defRPr sz="4950" b="1">
                <a:solidFill>
                  <a:srgbClr val="0A2430"/>
                </a:solidFill>
                <a:latin typeface="Bricolage Grotesque"/>
                <a:ea typeface="Bricolage Grotesque"/>
                <a:cs typeface="Bricolage Grotesque"/>
              </a:defRPr>
            </a:pPr>
            <a:r>
              <a:rPr sz="4950" b="1">
                <a:solidFill>
                  <a:srgbClr val="0A2430"/>
                </a:solidFill>
                <a:latin typeface="Bricolage Grotesque"/>
                <a:ea typeface="Bricolage Grotesque"/>
                <a:cs typeface="Bricolage Grotesque"/>
              </a:rPr>
              <a:t>Your lake house,</a:t>
            </a:r>
          </a:p>
        </p:txBody>
      </p:sp>
      <p:sp>
        <p:nvSpPr>
          <p:cNvPr id="7" name="ready when you are">
            <a:extLst xmlns:a="http://schemas.openxmlformats.org/drawingml/2006/main">
              <a:ext uri="{FF2B5EF4-FFF2-40B4-BE49-F238E27FC236}">
                <a16:creationId xmlns:a16="http://schemas.microsoft.com/office/drawing/2014/main" id="{5CC72A83-27D6-488B-9566-AAB42F0B85F0}"/>
              </a:ext>
            </a:extLst>
          </p:cNvPr>
          <p:cNvSpPr>
            <a:spLocks xmlns:a="http://schemas.openxmlformats.org/drawingml/2006/main" noGrp="1"/>
          </p:cNvSpPr>
          <p:nvPr/>
        </p:nvSpPr>
        <p:spPr>
          <a:xfrm xmlns:a="http://schemas.openxmlformats.org/drawingml/2006/main">
            <a:off x="628650" y="2324100"/>
            <a:ext cx="10953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950" b="1">
                <a:solidFill>
                  <a:srgbClr val="0A2430"/>
                </a:solidFill>
                <a:latin typeface="Bricolage Grotesque"/>
                <a:ea typeface="Bricolage Grotesque"/>
                <a:cs typeface="Bricolage Grotesque"/>
              </a:defRPr>
            </a:defPPr>
          </a:lstStyle>
          <a:p xmlns:a="http://schemas.openxmlformats.org/drawingml/2006/main">
            <a:pPr>
              <a:defRPr sz="4950" b="1">
                <a:solidFill>
                  <a:srgbClr val="0A2430"/>
                </a:solidFill>
                <a:latin typeface="Bricolage Grotesque"/>
                <a:ea typeface="Bricolage Grotesque"/>
                <a:cs typeface="Bricolage Grotesque"/>
              </a:defRPr>
            </a:pPr>
            <a:r>
              <a:rPr sz="4950" b="1">
                <a:solidFill>
                  <a:srgbClr val="0A2430"/>
                </a:solidFill>
                <a:latin typeface="Bricolage Grotesque"/>
                <a:ea typeface="Bricolage Grotesque"/>
                <a:cs typeface="Bricolage Grotesque"/>
              </a:rPr>
              <a:t>ready when you are</a:t>
            </a:r>
          </a:p>
        </p:txBody>
      </p:sp>
      <p:sp>
        <p:nvSpPr>
          <p:cNvPr id="8" name="One clear service price">
            <a:extLst xmlns:a="http://schemas.openxmlformats.org/drawingml/2006/main">
              <a:ext uri="{FF2B5EF4-FFF2-40B4-BE49-F238E27FC236}">
                <a16:creationId xmlns:a16="http://schemas.microsoft.com/office/drawing/2014/main" id="{F57DF065-46F9-412B-A041-00838D4DD2EC}"/>
              </a:ext>
            </a:extLst>
          </p:cNvPr>
          <p:cNvSpPr>
            <a:spLocks xmlns:a="http://schemas.openxmlformats.org/drawingml/2006/main" noGrp="1"/>
          </p:cNvSpPr>
          <p:nvPr/>
        </p:nvSpPr>
        <p:spPr>
          <a:xfrm xmlns:a="http://schemas.openxmlformats.org/drawingml/2006/main">
            <a:off x="666750" y="3514725"/>
            <a:ext cx="338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1">
                <a:solidFill>
                  <a:srgbClr val="0A2430"/>
                </a:solidFill>
                <a:latin typeface="Manrope"/>
                <a:ea typeface="Manrope"/>
                <a:cs typeface="Manrope"/>
              </a:defRPr>
            </a:defPPr>
          </a:lstStyle>
          <a:p xmlns:a="http://schemas.openxmlformats.org/drawingml/2006/main">
            <a:pPr>
              <a:defRPr sz="1800" b="1">
                <a:solidFill>
                  <a:srgbClr val="0A2430"/>
                </a:solidFill>
                <a:latin typeface="Manrope"/>
                <a:ea typeface="Manrope"/>
                <a:cs typeface="Manrope"/>
              </a:defRPr>
            </a:pPr>
            <a:r>
              <a:rPr sz="1800" b="1">
                <a:solidFill>
                  <a:srgbClr val="0A2430"/>
                </a:solidFill>
                <a:latin typeface="Manrope"/>
                <a:ea typeface="Manrope"/>
                <a:cs typeface="Manrope"/>
              </a:rPr>
              <a:t>One clear service price</a:t>
            </a:r>
          </a:p>
        </p:txBody>
      </p:sp>
      <p:sp>
        <p:nvSpPr>
          <p:cNvPr id="9" name="Review the total before&#10;you book.">
            <a:extLst xmlns:a="http://schemas.openxmlformats.org/drawingml/2006/main">
              <a:ext uri="{FF2B5EF4-FFF2-40B4-BE49-F238E27FC236}">
                <a16:creationId xmlns:a16="http://schemas.microsoft.com/office/drawing/2014/main" id="{7DF0B19A-290F-482F-B21E-FD367FE8E4B8}"/>
              </a:ext>
            </a:extLst>
          </p:cNvPr>
          <p:cNvSpPr>
            <a:spLocks xmlns:a="http://schemas.openxmlformats.org/drawingml/2006/main" noGrp="1"/>
          </p:cNvSpPr>
          <p:nvPr/>
        </p:nvSpPr>
        <p:spPr>
          <a:xfrm xmlns:a="http://schemas.openxmlformats.org/drawingml/2006/main">
            <a:off x="666750" y="3990975"/>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D7681"/>
                </a:solidFill>
                <a:latin typeface="Manrope"/>
                <a:ea typeface="Manrope"/>
                <a:cs typeface="Manrope"/>
              </a:defRPr>
            </a:defPPr>
          </a:lstStyle>
          <a:p xmlns:a="http://schemas.openxmlformats.org/drawingml/2006/main">
            <a:pPr>
              <a:defRPr sz="1725" b="0">
                <a:solidFill>
                  <a:srgbClr val="5D7681"/>
                </a:solidFill>
                <a:latin typeface="Manrope"/>
                <a:ea typeface="Manrope"/>
                <a:cs typeface="Manrope"/>
              </a:defRPr>
            </a:pPr>
            <a:r>
              <a:rPr sz="1725" b="0">
                <a:solidFill>
                  <a:srgbClr val="5D7681"/>
                </a:solidFill>
                <a:latin typeface="Manrope"/>
                <a:ea typeface="Manrope"/>
                <a:cs typeface="Manrope"/>
              </a:rPr>
              <a:t>Review the total before</a:t>
            </a:r>
          </a:p>
          <a:p xmlns:a="http://schemas.openxmlformats.org/drawingml/2006/main">
            <a:pPr>
              <a:defRPr sz="1725" b="0">
                <a:solidFill>
                  <a:srgbClr val="5D7681"/>
                </a:solidFill>
                <a:latin typeface="Manrope"/>
                <a:ea typeface="Manrope"/>
                <a:cs typeface="Manrope"/>
              </a:defRPr>
            </a:pPr>
            <a:r>
              <a:rPr sz="1725" b="0">
                <a:solidFill>
                  <a:srgbClr val="5D7681"/>
                </a:solidFill>
                <a:latin typeface="Manrope"/>
                <a:ea typeface="Manrope"/>
                <a:cs typeface="Manrope"/>
              </a:rPr>
              <a:t>you book.</a:t>
            </a:r>
          </a:p>
        </p:txBody>
      </p:sp>
      <p:sp>
        <p:nvSpPr>
          <p:cNvPr id="10" name="Photos of finished work">
            <a:extLst xmlns:a="http://schemas.openxmlformats.org/drawingml/2006/main">
              <a:ext uri="{FF2B5EF4-FFF2-40B4-BE49-F238E27FC236}">
                <a16:creationId xmlns:a16="http://schemas.microsoft.com/office/drawing/2014/main" id="{8EDF0D5A-ACDB-4740-B1BD-CE85EC4A5F5A}"/>
              </a:ext>
            </a:extLst>
          </p:cNvPr>
          <p:cNvSpPr>
            <a:spLocks xmlns:a="http://schemas.openxmlformats.org/drawingml/2006/main" noGrp="1"/>
          </p:cNvSpPr>
          <p:nvPr/>
        </p:nvSpPr>
        <p:spPr>
          <a:xfrm xmlns:a="http://schemas.openxmlformats.org/drawingml/2006/main">
            <a:off x="4495800" y="3514725"/>
            <a:ext cx="338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1">
                <a:solidFill>
                  <a:srgbClr val="0A2430"/>
                </a:solidFill>
                <a:latin typeface="Manrope"/>
                <a:ea typeface="Manrope"/>
                <a:cs typeface="Manrope"/>
              </a:defRPr>
            </a:defPPr>
          </a:lstStyle>
          <a:p xmlns:a="http://schemas.openxmlformats.org/drawingml/2006/main">
            <a:pPr>
              <a:defRPr sz="1800" b="1">
                <a:solidFill>
                  <a:srgbClr val="0A2430"/>
                </a:solidFill>
                <a:latin typeface="Manrope"/>
                <a:ea typeface="Manrope"/>
                <a:cs typeface="Manrope"/>
              </a:defRPr>
            </a:pPr>
            <a:r>
              <a:rPr sz="1800" b="1">
                <a:solidFill>
                  <a:srgbClr val="0A2430"/>
                </a:solidFill>
                <a:latin typeface="Manrope"/>
                <a:ea typeface="Manrope"/>
                <a:cs typeface="Manrope"/>
              </a:rPr>
              <a:t>Photos of finished work</a:t>
            </a:r>
          </a:p>
        </p:txBody>
      </p:sp>
      <p:sp>
        <p:nvSpPr>
          <p:cNvPr id="11" name="See the work in your&#10;property record.">
            <a:extLst xmlns:a="http://schemas.openxmlformats.org/drawingml/2006/main">
              <a:ext uri="{FF2B5EF4-FFF2-40B4-BE49-F238E27FC236}">
                <a16:creationId xmlns:a16="http://schemas.microsoft.com/office/drawing/2014/main" id="{DD6528AF-FB89-4901-A0C2-8FAB4973C76A}"/>
              </a:ext>
            </a:extLst>
          </p:cNvPr>
          <p:cNvSpPr>
            <a:spLocks xmlns:a="http://schemas.openxmlformats.org/drawingml/2006/main" noGrp="1"/>
          </p:cNvSpPr>
          <p:nvPr/>
        </p:nvSpPr>
        <p:spPr>
          <a:xfrm xmlns:a="http://schemas.openxmlformats.org/drawingml/2006/main">
            <a:off x="4495800" y="3990975"/>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D7681"/>
                </a:solidFill>
                <a:latin typeface="Manrope"/>
                <a:ea typeface="Manrope"/>
                <a:cs typeface="Manrope"/>
              </a:defRPr>
            </a:defPPr>
          </a:lstStyle>
          <a:p xmlns:a="http://schemas.openxmlformats.org/drawingml/2006/main">
            <a:pPr>
              <a:defRPr sz="1725" b="0">
                <a:solidFill>
                  <a:srgbClr val="5D7681"/>
                </a:solidFill>
                <a:latin typeface="Manrope"/>
                <a:ea typeface="Manrope"/>
                <a:cs typeface="Manrope"/>
              </a:defRPr>
            </a:pPr>
            <a:r>
              <a:rPr sz="1725" b="0">
                <a:solidFill>
                  <a:srgbClr val="5D7681"/>
                </a:solidFill>
                <a:latin typeface="Manrope"/>
                <a:ea typeface="Manrope"/>
                <a:cs typeface="Manrope"/>
              </a:rPr>
              <a:t>See the work in your</a:t>
            </a:r>
          </a:p>
          <a:p xmlns:a="http://schemas.openxmlformats.org/drawingml/2006/main">
            <a:pPr>
              <a:defRPr sz="1725" b="0">
                <a:solidFill>
                  <a:srgbClr val="5D7681"/>
                </a:solidFill>
                <a:latin typeface="Manrope"/>
                <a:ea typeface="Manrope"/>
                <a:cs typeface="Manrope"/>
              </a:defRPr>
            </a:pPr>
            <a:r>
              <a:rPr sz="1725" b="0">
                <a:solidFill>
                  <a:srgbClr val="5D7681"/>
                </a:solidFill>
                <a:latin typeface="Manrope"/>
                <a:ea typeface="Manrope"/>
                <a:cs typeface="Manrope"/>
              </a:rPr>
              <a:t>property record.</a:t>
            </a:r>
          </a:p>
        </p:txBody>
      </p:sp>
      <p:sp>
        <p:nvSpPr>
          <p:cNvPr id="12" name="You approve changes">
            <a:extLst xmlns:a="http://schemas.openxmlformats.org/drawingml/2006/main">
              <a:ext uri="{FF2B5EF4-FFF2-40B4-BE49-F238E27FC236}">
                <a16:creationId xmlns:a16="http://schemas.microsoft.com/office/drawing/2014/main" id="{3102EC07-7F45-4462-AF1A-F62F3DA77EDC}"/>
              </a:ext>
            </a:extLst>
          </p:cNvPr>
          <p:cNvSpPr>
            <a:spLocks xmlns:a="http://schemas.openxmlformats.org/drawingml/2006/main" noGrp="1"/>
          </p:cNvSpPr>
          <p:nvPr/>
        </p:nvSpPr>
        <p:spPr>
          <a:xfrm xmlns:a="http://schemas.openxmlformats.org/drawingml/2006/main">
            <a:off x="8334375" y="3514725"/>
            <a:ext cx="338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1">
                <a:solidFill>
                  <a:srgbClr val="0A2430"/>
                </a:solidFill>
                <a:latin typeface="Manrope"/>
                <a:ea typeface="Manrope"/>
                <a:cs typeface="Manrope"/>
              </a:defRPr>
            </a:defPPr>
          </a:lstStyle>
          <a:p xmlns:a="http://schemas.openxmlformats.org/drawingml/2006/main">
            <a:pPr>
              <a:defRPr sz="1800" b="1">
                <a:solidFill>
                  <a:srgbClr val="0A2430"/>
                </a:solidFill>
                <a:latin typeface="Manrope"/>
                <a:ea typeface="Manrope"/>
                <a:cs typeface="Manrope"/>
              </a:defRPr>
            </a:pPr>
            <a:r>
              <a:rPr sz="1800" b="1">
                <a:solidFill>
                  <a:srgbClr val="0A2430"/>
                </a:solidFill>
                <a:latin typeface="Manrope"/>
                <a:ea typeface="Manrope"/>
                <a:cs typeface="Manrope"/>
              </a:rPr>
              <a:t>You approve changes</a:t>
            </a:r>
          </a:p>
        </p:txBody>
      </p:sp>
      <p:sp>
        <p:nvSpPr>
          <p:cNvPr id="13" name="Approve proposed changes&#10;before they aff">
            <a:extLst xmlns:a="http://schemas.openxmlformats.org/drawingml/2006/main">
              <a:ext uri="{FF2B5EF4-FFF2-40B4-BE49-F238E27FC236}">
                <a16:creationId xmlns:a16="http://schemas.microsoft.com/office/drawing/2014/main" id="{C3C8CEC7-5291-49D7-BA2E-1239C8FC41DD}"/>
              </a:ext>
            </a:extLst>
          </p:cNvPr>
          <p:cNvSpPr>
            <a:spLocks xmlns:a="http://schemas.openxmlformats.org/drawingml/2006/main" noGrp="1"/>
          </p:cNvSpPr>
          <p:nvPr/>
        </p:nvSpPr>
        <p:spPr>
          <a:xfrm xmlns:a="http://schemas.openxmlformats.org/drawingml/2006/main">
            <a:off x="8334375" y="3990975"/>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D7681"/>
                </a:solidFill>
                <a:latin typeface="Manrope"/>
                <a:ea typeface="Manrope"/>
                <a:cs typeface="Manrope"/>
              </a:defRPr>
            </a:defPPr>
          </a:lstStyle>
          <a:p xmlns:a="http://schemas.openxmlformats.org/drawingml/2006/main">
            <a:pPr>
              <a:defRPr sz="1725" b="0">
                <a:solidFill>
                  <a:srgbClr val="5D7681"/>
                </a:solidFill>
                <a:latin typeface="Manrope"/>
                <a:ea typeface="Manrope"/>
                <a:cs typeface="Manrope"/>
              </a:defRPr>
            </a:pPr>
            <a:r>
              <a:rPr sz="1725" b="0">
                <a:solidFill>
                  <a:srgbClr val="5D7681"/>
                </a:solidFill>
                <a:latin typeface="Manrope"/>
                <a:ea typeface="Manrope"/>
                <a:cs typeface="Manrope"/>
              </a:rPr>
              <a:t>Approve proposed changes</a:t>
            </a:r>
          </a:p>
          <a:p xmlns:a="http://schemas.openxmlformats.org/drawingml/2006/main">
            <a:pPr>
              <a:defRPr sz="1725" b="0">
                <a:solidFill>
                  <a:srgbClr val="5D7681"/>
                </a:solidFill>
                <a:latin typeface="Manrope"/>
                <a:ea typeface="Manrope"/>
                <a:cs typeface="Manrope"/>
              </a:defRPr>
            </a:pPr>
            <a:r>
              <a:rPr sz="1725" b="0">
                <a:solidFill>
                  <a:srgbClr val="5D7681"/>
                </a:solidFill>
                <a:latin typeface="Manrope"/>
                <a:ea typeface="Manrope"/>
                <a:cs typeface="Manrope"/>
              </a:rPr>
              <a:t>before they affect the bill.</a:t>
            </a:r>
          </a:p>
        </p:txBody>
      </p:sp>
      <p:pic>
        <p:nvPicPr>
          <p:cNvPr id="14" name="">
            <a:extLst xmlns:a="http://schemas.openxmlformats.org/drawingml/2006/main">
              <a:ext uri="{FF2B5EF4-FFF2-40B4-BE49-F238E27FC236}">
                <a16:creationId xmlns:a16="http://schemas.microsoft.com/office/drawing/2014/main" id="{6070B776-3183-4645-83DA-E942FD9ED907}"/>
              </a:ext>
            </a:extLst>
          </p:cNvPr>
          <p:cNvPicPr>
            <a:picLocks xmlns:a="http://schemas.openxmlformats.org/drawingml/2006/main" noChangeAspect="1"/>
          </p:cNvPicPr>
          <p:nvPr/>
        </p:nvPicPr>
        <p:blipFill>
          <a:blip xmlns:r="http://schemas.openxmlformats.org/officeDocument/2006/relationships" xmlns:a="http://schemas.openxmlformats.org/drawingml/2006/main" r:embed="R63e435b182374605"/>
          <a:stretch xmlns:a="http://schemas.openxmlformats.org/drawingml/2006/main"/>
        </p:blipFill>
        <p:spPr>
          <a:xfrm xmlns:a="http://schemas.openxmlformats.org/drawingml/2006/main">
            <a:off x="666750" y="5088996"/>
            <a:ext cx="1047750" cy="651933"/>
          </a:xfrm>
          <a:prstGeom xmlns:a="http://schemas.openxmlformats.org/drawingml/2006/main" prst="rect">
            <a:avLst/>
          </a:prstGeom>
        </p:spPr>
      </p:pic>
      <p:sp>
        <p:nvSpPr>
          <p:cNvPr id="15" name="Opening &amp; closing">
            <a:extLst xmlns:a="http://schemas.openxmlformats.org/drawingml/2006/main">
              <a:ext uri="{FF2B5EF4-FFF2-40B4-BE49-F238E27FC236}">
                <a16:creationId xmlns:a16="http://schemas.microsoft.com/office/drawing/2014/main" id="{0DB52B64-12D5-4254-8DFF-817A32006AE1}"/>
              </a:ext>
            </a:extLst>
          </p:cNvPr>
          <p:cNvSpPr>
            <a:spLocks xmlns:a="http://schemas.openxmlformats.org/drawingml/2006/main" noGrp="1"/>
          </p:cNvSpPr>
          <p:nvPr/>
        </p:nvSpPr>
        <p:spPr>
          <a:xfrm xmlns:a="http://schemas.openxmlformats.org/drawingml/2006/main">
            <a:off x="666750" y="5838825"/>
            <a:ext cx="2209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1">
                <a:solidFill>
                  <a:srgbClr val="0A2430"/>
                </a:solidFill>
                <a:latin typeface="Manrope"/>
                <a:ea typeface="Manrope"/>
                <a:cs typeface="Manrope"/>
              </a:defRPr>
            </a:defPPr>
          </a:lstStyle>
          <a:p xmlns:a="http://schemas.openxmlformats.org/drawingml/2006/main">
            <a:pPr>
              <a:defRPr sz="1275" b="1">
                <a:solidFill>
                  <a:srgbClr val="0A2430"/>
                </a:solidFill>
                <a:latin typeface="Manrope"/>
                <a:ea typeface="Manrope"/>
                <a:cs typeface="Manrope"/>
              </a:defRPr>
            </a:pPr>
            <a:r>
              <a:rPr sz="1275" b="1">
                <a:solidFill>
                  <a:srgbClr val="0A2430"/>
                </a:solidFill>
                <a:latin typeface="Manrope"/>
                <a:ea typeface="Manrope"/>
                <a:cs typeface="Manrope"/>
              </a:rPr>
              <a:t>Opening &amp; closing</a:t>
            </a:r>
          </a:p>
        </p:txBody>
      </p:sp>
      <p:pic>
        <p:nvPicPr>
          <p:cNvPr id="16" name="">
            <a:extLst xmlns:a="http://schemas.openxmlformats.org/drawingml/2006/main">
              <a:ext uri="{FF2B5EF4-FFF2-40B4-BE49-F238E27FC236}">
                <a16:creationId xmlns:a16="http://schemas.microsoft.com/office/drawing/2014/main" id="{AAA32D78-5721-4725-8BF8-1950D472D653}"/>
              </a:ext>
            </a:extLst>
          </p:cNvPr>
          <p:cNvPicPr>
            <a:picLocks xmlns:a="http://schemas.openxmlformats.org/drawingml/2006/main" noChangeAspect="1"/>
          </p:cNvPicPr>
          <p:nvPr/>
        </p:nvPicPr>
        <p:blipFill>
          <a:blip xmlns:r="http://schemas.openxmlformats.org/officeDocument/2006/relationships" xmlns:a="http://schemas.openxmlformats.org/drawingml/2006/main" r:embed="Ra613915e23c241dc"/>
          <a:stretch xmlns:a="http://schemas.openxmlformats.org/drawingml/2006/main"/>
        </p:blipFill>
        <p:spPr>
          <a:xfrm xmlns:a="http://schemas.openxmlformats.org/drawingml/2006/main">
            <a:off x="2952750" y="5088996"/>
            <a:ext cx="1047750" cy="651933"/>
          </a:xfrm>
          <a:prstGeom xmlns:a="http://schemas.openxmlformats.org/drawingml/2006/main" prst="rect">
            <a:avLst/>
          </a:prstGeom>
        </p:spPr>
      </p:pic>
      <p:sp>
        <p:nvSpPr>
          <p:cNvPr id="17" name="Piers &amp; lifts">
            <a:extLst xmlns:a="http://schemas.openxmlformats.org/drawingml/2006/main">
              <a:ext uri="{FF2B5EF4-FFF2-40B4-BE49-F238E27FC236}">
                <a16:creationId xmlns:a16="http://schemas.microsoft.com/office/drawing/2014/main" id="{C4755FDC-EC60-401F-BAA5-CF40B8C18E9D}"/>
              </a:ext>
            </a:extLst>
          </p:cNvPr>
          <p:cNvSpPr>
            <a:spLocks xmlns:a="http://schemas.openxmlformats.org/drawingml/2006/main" noGrp="1"/>
          </p:cNvSpPr>
          <p:nvPr/>
        </p:nvSpPr>
        <p:spPr>
          <a:xfrm xmlns:a="http://schemas.openxmlformats.org/drawingml/2006/main">
            <a:off x="2952750" y="5838825"/>
            <a:ext cx="2209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1">
                <a:solidFill>
                  <a:srgbClr val="0A2430"/>
                </a:solidFill>
                <a:latin typeface="Manrope"/>
                <a:ea typeface="Manrope"/>
                <a:cs typeface="Manrope"/>
              </a:defRPr>
            </a:defPPr>
          </a:lstStyle>
          <a:p xmlns:a="http://schemas.openxmlformats.org/drawingml/2006/main">
            <a:pPr>
              <a:defRPr sz="1275" b="1">
                <a:solidFill>
                  <a:srgbClr val="0A2430"/>
                </a:solidFill>
                <a:latin typeface="Manrope"/>
                <a:ea typeface="Manrope"/>
                <a:cs typeface="Manrope"/>
              </a:defRPr>
            </a:pPr>
            <a:r>
              <a:rPr sz="1275" b="1">
                <a:solidFill>
                  <a:srgbClr val="0A2430"/>
                </a:solidFill>
                <a:latin typeface="Manrope"/>
                <a:ea typeface="Manrope"/>
                <a:cs typeface="Manrope"/>
              </a:rPr>
              <a:t>Piers &amp; lifts</a:t>
            </a:r>
          </a:p>
        </p:txBody>
      </p:sp>
      <p:pic>
        <p:nvPicPr>
          <p:cNvPr id="18" name="">
            <a:extLst xmlns:a="http://schemas.openxmlformats.org/drawingml/2006/main">
              <a:ext uri="{FF2B5EF4-FFF2-40B4-BE49-F238E27FC236}">
                <a16:creationId xmlns:a16="http://schemas.microsoft.com/office/drawing/2014/main" id="{0D5B81DD-805A-4480-A59A-9ECF0CCA8627}"/>
              </a:ext>
            </a:extLst>
          </p:cNvPr>
          <p:cNvPicPr>
            <a:picLocks xmlns:a="http://schemas.openxmlformats.org/drawingml/2006/main" noChangeAspect="1"/>
          </p:cNvPicPr>
          <p:nvPr/>
        </p:nvPicPr>
        <p:blipFill>
          <a:blip xmlns:r="http://schemas.openxmlformats.org/officeDocument/2006/relationships" xmlns:a="http://schemas.openxmlformats.org/drawingml/2006/main" r:embed="R33b953b5c35a4bb1"/>
          <a:stretch xmlns:a="http://schemas.openxmlformats.org/drawingml/2006/main"/>
        </p:blipFill>
        <p:spPr>
          <a:xfrm xmlns:a="http://schemas.openxmlformats.org/drawingml/2006/main">
            <a:off x="5238750" y="5088996"/>
            <a:ext cx="1047750" cy="651933"/>
          </a:xfrm>
          <a:prstGeom xmlns:a="http://schemas.openxmlformats.org/drawingml/2006/main" prst="rect">
            <a:avLst/>
          </a:prstGeom>
        </p:spPr>
      </p:pic>
      <p:sp>
        <p:nvSpPr>
          <p:cNvPr id="19" name="Boat care &amp; storage">
            <a:extLst xmlns:a="http://schemas.openxmlformats.org/drawingml/2006/main">
              <a:ext uri="{FF2B5EF4-FFF2-40B4-BE49-F238E27FC236}">
                <a16:creationId xmlns:a16="http://schemas.microsoft.com/office/drawing/2014/main" id="{D2B2F6E7-538C-4D58-A121-41E5A5D8F4D0}"/>
              </a:ext>
            </a:extLst>
          </p:cNvPr>
          <p:cNvSpPr>
            <a:spLocks xmlns:a="http://schemas.openxmlformats.org/drawingml/2006/main" noGrp="1"/>
          </p:cNvSpPr>
          <p:nvPr/>
        </p:nvSpPr>
        <p:spPr>
          <a:xfrm xmlns:a="http://schemas.openxmlformats.org/drawingml/2006/main">
            <a:off x="5238750" y="5838825"/>
            <a:ext cx="2209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1">
                <a:solidFill>
                  <a:srgbClr val="0A2430"/>
                </a:solidFill>
                <a:latin typeface="Manrope"/>
                <a:ea typeface="Manrope"/>
                <a:cs typeface="Manrope"/>
              </a:defRPr>
            </a:defPPr>
          </a:lstStyle>
          <a:p xmlns:a="http://schemas.openxmlformats.org/drawingml/2006/main">
            <a:pPr>
              <a:defRPr sz="1275" b="1">
                <a:solidFill>
                  <a:srgbClr val="0A2430"/>
                </a:solidFill>
                <a:latin typeface="Manrope"/>
                <a:ea typeface="Manrope"/>
                <a:cs typeface="Manrope"/>
              </a:defRPr>
            </a:pPr>
            <a:r>
              <a:rPr sz="1275" b="1">
                <a:solidFill>
                  <a:srgbClr val="0A2430"/>
                </a:solidFill>
                <a:latin typeface="Manrope"/>
                <a:ea typeface="Manrope"/>
                <a:cs typeface="Manrope"/>
              </a:rPr>
              <a:t>Boat care &amp; storage</a:t>
            </a:r>
          </a:p>
        </p:txBody>
      </p:sp>
      <p:pic>
        <p:nvPicPr>
          <p:cNvPr id="20" name="">
            <a:extLst xmlns:a="http://schemas.openxmlformats.org/drawingml/2006/main">
              <a:ext uri="{FF2B5EF4-FFF2-40B4-BE49-F238E27FC236}">
                <a16:creationId xmlns:a16="http://schemas.microsoft.com/office/drawing/2014/main" id="{D1EF76C4-8EB2-477D-A587-B15DE0D43E90}"/>
              </a:ext>
            </a:extLst>
          </p:cNvPr>
          <p:cNvPicPr>
            <a:picLocks xmlns:a="http://schemas.openxmlformats.org/drawingml/2006/main" noChangeAspect="1"/>
          </p:cNvPicPr>
          <p:nvPr/>
        </p:nvPicPr>
        <p:blipFill>
          <a:blip xmlns:r="http://schemas.openxmlformats.org/officeDocument/2006/relationships" xmlns:a="http://schemas.openxmlformats.org/drawingml/2006/main" r:embed="R57b0bb771a554fbe"/>
          <a:stretch xmlns:a="http://schemas.openxmlformats.org/drawingml/2006/main"/>
        </p:blipFill>
        <p:spPr>
          <a:xfrm xmlns:a="http://schemas.openxmlformats.org/drawingml/2006/main">
            <a:off x="7524750" y="5088996"/>
            <a:ext cx="1047750" cy="651933"/>
          </a:xfrm>
          <a:prstGeom xmlns:a="http://schemas.openxmlformats.org/drawingml/2006/main" prst="rect">
            <a:avLst/>
          </a:prstGeom>
        </p:spPr>
      </p:pic>
      <p:sp>
        <p:nvSpPr>
          <p:cNvPr id="21" name="Lawn care">
            <a:extLst xmlns:a="http://schemas.openxmlformats.org/drawingml/2006/main">
              <a:ext uri="{FF2B5EF4-FFF2-40B4-BE49-F238E27FC236}">
                <a16:creationId xmlns:a16="http://schemas.microsoft.com/office/drawing/2014/main" id="{B7330A33-D1E4-4C55-ABDD-F7262BD42B27}"/>
              </a:ext>
            </a:extLst>
          </p:cNvPr>
          <p:cNvSpPr>
            <a:spLocks xmlns:a="http://schemas.openxmlformats.org/drawingml/2006/main" noGrp="1"/>
          </p:cNvSpPr>
          <p:nvPr/>
        </p:nvSpPr>
        <p:spPr>
          <a:xfrm xmlns:a="http://schemas.openxmlformats.org/drawingml/2006/main">
            <a:off x="7524750" y="5838825"/>
            <a:ext cx="2209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1">
                <a:solidFill>
                  <a:srgbClr val="0A2430"/>
                </a:solidFill>
                <a:latin typeface="Manrope"/>
                <a:ea typeface="Manrope"/>
                <a:cs typeface="Manrope"/>
              </a:defRPr>
            </a:defPPr>
          </a:lstStyle>
          <a:p xmlns:a="http://schemas.openxmlformats.org/drawingml/2006/main">
            <a:pPr>
              <a:defRPr sz="1275" b="1">
                <a:solidFill>
                  <a:srgbClr val="0A2430"/>
                </a:solidFill>
                <a:latin typeface="Manrope"/>
                <a:ea typeface="Manrope"/>
                <a:cs typeface="Manrope"/>
              </a:defRPr>
            </a:pPr>
            <a:r>
              <a:rPr sz="1275" b="1">
                <a:solidFill>
                  <a:srgbClr val="0A2430"/>
                </a:solidFill>
                <a:latin typeface="Manrope"/>
                <a:ea typeface="Manrope"/>
                <a:cs typeface="Manrope"/>
              </a:rPr>
              <a:t>Lawn care</a:t>
            </a:r>
          </a:p>
        </p:txBody>
      </p:sp>
      <p:pic>
        <p:nvPicPr>
          <p:cNvPr id="22" name="">
            <a:extLst xmlns:a="http://schemas.openxmlformats.org/drawingml/2006/main">
              <a:ext uri="{FF2B5EF4-FFF2-40B4-BE49-F238E27FC236}">
                <a16:creationId xmlns:a16="http://schemas.microsoft.com/office/drawing/2014/main" id="{9F1F26DA-9362-4011-A3CE-102FC39BDC87}"/>
              </a:ext>
            </a:extLst>
          </p:cNvPr>
          <p:cNvPicPr>
            <a:picLocks xmlns:a="http://schemas.openxmlformats.org/drawingml/2006/main" noChangeAspect="1"/>
          </p:cNvPicPr>
          <p:nvPr/>
        </p:nvPicPr>
        <p:blipFill>
          <a:blip xmlns:r="http://schemas.openxmlformats.org/officeDocument/2006/relationships" xmlns:a="http://schemas.openxmlformats.org/drawingml/2006/main" r:embed="R99a8b7f9d38a4f9d"/>
          <a:stretch xmlns:a="http://schemas.openxmlformats.org/drawingml/2006/main"/>
        </p:blipFill>
        <p:spPr>
          <a:xfrm xmlns:a="http://schemas.openxmlformats.org/drawingml/2006/main">
            <a:off x="9810750" y="5088996"/>
            <a:ext cx="1047750" cy="651933"/>
          </a:xfrm>
          <a:prstGeom xmlns:a="http://schemas.openxmlformats.org/drawingml/2006/main" prst="rect">
            <a:avLst/>
          </a:prstGeom>
        </p:spPr>
      </p:pic>
      <p:sp>
        <p:nvSpPr>
          <p:cNvPr id="23" name="Housekeeping">
            <a:extLst xmlns:a="http://schemas.openxmlformats.org/drawingml/2006/main">
              <a:ext uri="{FF2B5EF4-FFF2-40B4-BE49-F238E27FC236}">
                <a16:creationId xmlns:a16="http://schemas.microsoft.com/office/drawing/2014/main" id="{03126355-24B7-4FF2-A978-2344F5983F92}"/>
              </a:ext>
            </a:extLst>
          </p:cNvPr>
          <p:cNvSpPr>
            <a:spLocks xmlns:a="http://schemas.openxmlformats.org/drawingml/2006/main" noGrp="1"/>
          </p:cNvSpPr>
          <p:nvPr/>
        </p:nvSpPr>
        <p:spPr>
          <a:xfrm xmlns:a="http://schemas.openxmlformats.org/drawingml/2006/main">
            <a:off x="9810750" y="5838825"/>
            <a:ext cx="2209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1">
                <a:solidFill>
                  <a:srgbClr val="0A2430"/>
                </a:solidFill>
                <a:latin typeface="Manrope"/>
                <a:ea typeface="Manrope"/>
                <a:cs typeface="Manrope"/>
              </a:defRPr>
            </a:defPPr>
          </a:lstStyle>
          <a:p xmlns:a="http://schemas.openxmlformats.org/drawingml/2006/main">
            <a:pPr>
              <a:defRPr sz="1275" b="1">
                <a:solidFill>
                  <a:srgbClr val="0A2430"/>
                </a:solidFill>
                <a:latin typeface="Manrope"/>
                <a:ea typeface="Manrope"/>
                <a:cs typeface="Manrope"/>
              </a:defRPr>
            </a:pPr>
            <a:r>
              <a:rPr sz="1275" b="1">
                <a:solidFill>
                  <a:srgbClr val="0A2430"/>
                </a:solidFill>
                <a:latin typeface="Manrope"/>
                <a:ea typeface="Manrope"/>
                <a:cs typeface="Manrope"/>
              </a:rPr>
              <a:t>Housekeeping</a:t>
            </a:r>
          </a:p>
        </p:txBody>
      </p:sp>
      <p:sp>
        <p:nvSpPr>
          <p:cNvPr id="24" name="Big Long, Pretty and Big Turkey Lakes, I">
            <a:extLst xmlns:a="http://schemas.openxmlformats.org/drawingml/2006/main">
              <a:ext uri="{FF2B5EF4-FFF2-40B4-BE49-F238E27FC236}">
                <a16:creationId xmlns:a16="http://schemas.microsoft.com/office/drawing/2014/main" id="{EBE4BC15-4304-4E1B-9604-42784B4656BE}"/>
              </a:ext>
            </a:extLst>
          </p:cNvPr>
          <p:cNvSpPr>
            <a:spLocks xmlns:a="http://schemas.openxmlformats.org/drawingml/2006/main" noGrp="1"/>
          </p:cNvSpPr>
          <p:nvPr/>
        </p:nvSpPr>
        <p:spPr>
          <a:xfrm xmlns:a="http://schemas.openxmlformats.org/drawingml/2006/main">
            <a:off x="666750" y="6438900"/>
            <a:ext cx="1076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5D7681"/>
                </a:solidFill>
                <a:latin typeface="Manrope"/>
                <a:ea typeface="Manrope"/>
                <a:cs typeface="Manrope"/>
              </a:defRPr>
            </a:defPPr>
          </a:lstStyle>
          <a:p xmlns:a="http://schemas.openxmlformats.org/drawingml/2006/main">
            <a:pPr>
              <a:defRPr sz="1200" b="0">
                <a:solidFill>
                  <a:srgbClr val="5D7681"/>
                </a:solidFill>
                <a:latin typeface="Manrope"/>
                <a:ea typeface="Manrope"/>
                <a:cs typeface="Manrope"/>
              </a:defRPr>
            </a:pPr>
            <a:r>
              <a:rPr sz="1200" b="0">
                <a:solidFill>
                  <a:srgbClr val="5D7681"/>
                </a:solidFill>
                <a:latin typeface="Manrope"/>
                <a:ea typeface="Manrope"/>
                <a:cs typeface="Manrope"/>
              </a:rPr>
              <a:t>Big Long, Pretty and Big Turkey Lakes, Indiana</a:t>
            </a:r>
          </a:p>
        </p:txBody>
      </p:sp>
    </p:spTree>
    <p:extLst>
      <p:ext uri="{BB962C8B-B14F-4D97-AF65-F5344CB8AC3E}">
        <p14:creationId xmlns:p14="http://schemas.microsoft.com/office/powerpoint/2010/main" val="1092942661"/>
      </p:ext>
    </p:extLst>
  </p:cSld>
</p:sld>
</file>

<file path=ppt/slides/slide3.xml><?xml version="1.0" encoding="utf-8"?>
<p:sld xmlns:p="http://schemas.openxmlformats.org/presentationml/2006/main">
  <p:cSld>
    <p:bg>
      <p:bgPr>
        <a:solidFill xmlns:a="http://schemas.openxmlformats.org/drawingml/2006/main">
          <a:srgbClr val="0F3648"/>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ED147A20-338E-4EBC-87BD-5C584E02FD08}"/>
              </a:ext>
            </a:extLst>
          </p:cNvPr>
          <p:cNvPicPr>
            <a:picLocks xmlns:a="http://schemas.openxmlformats.org/drawingml/2006/main" noChangeAspect="1"/>
          </p:cNvPicPr>
          <p:nvPr/>
        </p:nvPicPr>
        <p:blipFill>
          <a:blip xmlns:r="http://schemas.openxmlformats.org/officeDocument/2006/relationships" xmlns:a="http://schemas.openxmlformats.org/drawingml/2006/main" r:embed="R0eec8b7642614643"/>
          <a:stretch xmlns:a="http://schemas.openxmlformats.org/drawingml/2006/main"/>
        </p:blipFill>
        <p:spPr>
          <a:xfrm xmlns:a="http://schemas.openxmlformats.org/drawingml/2006/main">
            <a:off x="647700" y="400050"/>
            <a:ext cx="400050" cy="400050"/>
          </a:xfrm>
          <a:prstGeom xmlns:a="http://schemas.openxmlformats.org/drawingml/2006/main" prst="rect">
            <a:avLst/>
          </a:prstGeom>
        </p:spPr>
      </p:pic>
      <p:sp>
        <p:nvSpPr>
          <p:cNvPr id="2" name="Lake">
            <a:extLst xmlns:a="http://schemas.openxmlformats.org/drawingml/2006/main">
              <a:ext uri="{FF2B5EF4-FFF2-40B4-BE49-F238E27FC236}">
                <a16:creationId xmlns:a16="http://schemas.microsoft.com/office/drawing/2014/main" id="{CE416AB6-B816-411A-986B-E9F92C34AE86}"/>
              </a:ext>
            </a:extLst>
          </p:cNvPr>
          <p:cNvSpPr>
            <a:spLocks xmlns:a="http://schemas.openxmlformats.org/drawingml/2006/main" noGrp="1"/>
          </p:cNvSpPr>
          <p:nvPr/>
        </p:nvSpPr>
        <p:spPr>
          <a:xfrm xmlns:a="http://schemas.openxmlformats.org/drawingml/2006/main">
            <a:off x="1162050" y="438150"/>
            <a:ext cx="704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1">
                <a:solidFill>
                  <a:srgbClr val="FFFFFF"/>
                </a:solidFill>
                <a:latin typeface="Bricolage Grotesque"/>
                <a:ea typeface="Bricolage Grotesque"/>
                <a:cs typeface="Bricolage Grotesque"/>
              </a:defRPr>
            </a:defPPr>
          </a:lstStyle>
          <a:p xmlns:a="http://schemas.openxmlformats.org/drawingml/2006/main">
            <a:pPr>
              <a:defRPr sz="2175" b="1">
                <a:solidFill>
                  <a:srgbClr val="FFFFFF"/>
                </a:solidFill>
                <a:latin typeface="Bricolage Grotesque"/>
                <a:ea typeface="Bricolage Grotesque"/>
                <a:cs typeface="Bricolage Grotesque"/>
              </a:defRPr>
            </a:pPr>
            <a:r>
              <a:rPr sz="2175" b="1">
                <a:solidFill>
                  <a:srgbClr val="FFFFFF"/>
                </a:solidFill>
                <a:latin typeface="Bricolage Grotesque"/>
                <a:ea typeface="Bricolage Grotesque"/>
                <a:cs typeface="Bricolage Grotesque"/>
              </a:rPr>
              <a:t>Lake</a:t>
            </a:r>
          </a:p>
        </p:txBody>
      </p:sp>
      <p:sp>
        <p:nvSpPr>
          <p:cNvPr id="3" name="Life">
            <a:extLst xmlns:a="http://schemas.openxmlformats.org/drawingml/2006/main">
              <a:ext uri="{FF2B5EF4-FFF2-40B4-BE49-F238E27FC236}">
                <a16:creationId xmlns:a16="http://schemas.microsoft.com/office/drawing/2014/main" id="{CB265375-BB6A-4A85-B21E-078B63FC6B33}"/>
              </a:ext>
            </a:extLst>
          </p:cNvPr>
          <p:cNvSpPr>
            <a:spLocks xmlns:a="http://schemas.openxmlformats.org/drawingml/2006/main" noGrp="1"/>
          </p:cNvSpPr>
          <p:nvPr/>
        </p:nvSpPr>
        <p:spPr>
          <a:xfrm xmlns:a="http://schemas.openxmlformats.org/drawingml/2006/main">
            <a:off x="1809750" y="438150"/>
            <a:ext cx="6381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1">
                <a:solidFill>
                  <a:srgbClr val="E9B44C"/>
                </a:solidFill>
                <a:latin typeface="Bricolage Grotesque"/>
                <a:ea typeface="Bricolage Grotesque"/>
                <a:cs typeface="Bricolage Grotesque"/>
              </a:defRPr>
            </a:defPPr>
          </a:lstStyle>
          <a:p xmlns:a="http://schemas.openxmlformats.org/drawingml/2006/main">
            <a:pPr>
              <a:defRPr sz="2175" b="1">
                <a:solidFill>
                  <a:srgbClr val="E9B44C"/>
                </a:solidFill>
                <a:latin typeface="Bricolage Grotesque"/>
                <a:ea typeface="Bricolage Grotesque"/>
                <a:cs typeface="Bricolage Grotesque"/>
              </a:defRPr>
            </a:pPr>
            <a:r>
              <a:rPr sz="2175" b="1">
                <a:solidFill>
                  <a:srgbClr val="E9B44C"/>
                </a:solidFill>
                <a:latin typeface="Bricolage Grotesque"/>
                <a:ea typeface="Bricolage Grotesque"/>
                <a:cs typeface="Bricolage Grotesque"/>
              </a:rPr>
              <a:t>Life</a:t>
            </a:r>
          </a:p>
        </p:txBody>
      </p:sp>
      <p:sp>
        <p:nvSpPr>
          <p:cNvPr id="4" name="See LakeLife at work">
            <a:extLst xmlns:a="http://schemas.openxmlformats.org/drawingml/2006/main">
              <a:ext uri="{FF2B5EF4-FFF2-40B4-BE49-F238E27FC236}">
                <a16:creationId xmlns:a16="http://schemas.microsoft.com/office/drawing/2014/main" id="{4B8A8644-0A4D-40E8-A190-B80AEAC42DEB}"/>
              </a:ext>
            </a:extLst>
          </p:cNvPr>
          <p:cNvSpPr>
            <a:spLocks xmlns:a="http://schemas.openxmlformats.org/drawingml/2006/main" noGrp="1"/>
          </p:cNvSpPr>
          <p:nvPr/>
        </p:nvSpPr>
        <p:spPr>
          <a:xfrm xmlns:a="http://schemas.openxmlformats.org/drawingml/2006/main">
            <a:off x="628650" y="1457325"/>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25" b="1">
                <a:solidFill>
                  <a:srgbClr val="FFFFFF"/>
                </a:solidFill>
                <a:latin typeface="Bricolage Grotesque"/>
                <a:ea typeface="Bricolage Grotesque"/>
                <a:cs typeface="Bricolage Grotesque"/>
              </a:defRPr>
            </a:defPPr>
          </a:lstStyle>
          <a:p xmlns:a="http://schemas.openxmlformats.org/drawingml/2006/main">
            <a:pPr>
              <a:defRPr sz="5025" b="1">
                <a:solidFill>
                  <a:srgbClr val="FFFFFF"/>
                </a:solidFill>
                <a:latin typeface="Bricolage Grotesque"/>
                <a:ea typeface="Bricolage Grotesque"/>
                <a:cs typeface="Bricolage Grotesque"/>
              </a:defRPr>
            </a:pPr>
            <a:r>
              <a:rPr sz="5025" b="1">
                <a:solidFill>
                  <a:srgbClr val="FFFFFF"/>
                </a:solidFill>
                <a:latin typeface="Bricolage Grotesque"/>
                <a:ea typeface="Bricolage Grotesque"/>
                <a:cs typeface="Bricolage Grotesque"/>
              </a:rPr>
              <a:t>See LakeLife at work</a:t>
            </a:r>
          </a:p>
        </p:txBody>
      </p:sp>
      <p:sp>
        <p:nvSpPr>
          <p:cNvPr id="5" name="Start with what takes the most chasing.">
            <a:extLst xmlns:a="http://schemas.openxmlformats.org/drawingml/2006/main">
              <a:ext uri="{FF2B5EF4-FFF2-40B4-BE49-F238E27FC236}">
                <a16:creationId xmlns:a16="http://schemas.microsoft.com/office/drawing/2014/main" id="{E0DE95C2-5248-4AE3-A5CB-B02E31360C7E}"/>
              </a:ext>
            </a:extLst>
          </p:cNvPr>
          <p:cNvSpPr>
            <a:spLocks xmlns:a="http://schemas.openxmlformats.org/drawingml/2006/main" noGrp="1"/>
          </p:cNvSpPr>
          <p:nvPr/>
        </p:nvSpPr>
        <p:spPr>
          <a:xfrm xmlns:a="http://schemas.openxmlformats.org/drawingml/2006/main">
            <a:off x="666750" y="24574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BFE3E8"/>
                </a:solidFill>
                <a:latin typeface="Manrope"/>
                <a:ea typeface="Manrope"/>
                <a:cs typeface="Manrope"/>
              </a:defRPr>
            </a:defPPr>
          </a:lstStyle>
          <a:p xmlns:a="http://schemas.openxmlformats.org/drawingml/2006/main">
            <a:pPr>
              <a:defRPr sz="2175" b="0">
                <a:solidFill>
                  <a:srgbClr val="BFE3E8"/>
                </a:solidFill>
                <a:latin typeface="Manrope"/>
                <a:ea typeface="Manrope"/>
                <a:cs typeface="Manrope"/>
              </a:defRPr>
            </a:pPr>
            <a:r>
              <a:rPr sz="2175" b="0">
                <a:solidFill>
                  <a:srgbClr val="BFE3E8"/>
                </a:solidFill>
                <a:latin typeface="Manrope"/>
                <a:ea typeface="Manrope"/>
                <a:cs typeface="Manrope"/>
              </a:rPr>
              <a:t>Start with what takes the most chasing.</a:t>
            </a:r>
          </a:p>
        </p:txBody>
      </p:sp>
      <p:sp>
        <p:nvSpPr>
          <p:cNvPr id="6" name="PARK OWNERS">
            <a:extLst xmlns:a="http://schemas.openxmlformats.org/drawingml/2006/main">
              <a:ext uri="{FF2B5EF4-FFF2-40B4-BE49-F238E27FC236}">
                <a16:creationId xmlns:a16="http://schemas.microsoft.com/office/drawing/2014/main" id="{628110C2-FAF8-4EFC-8F8A-7AD65419D38E}"/>
              </a:ext>
            </a:extLst>
          </p:cNvPr>
          <p:cNvSpPr>
            <a:spLocks xmlns:a="http://schemas.openxmlformats.org/drawingml/2006/main" noGrp="1"/>
          </p:cNvSpPr>
          <p:nvPr/>
        </p:nvSpPr>
        <p:spPr>
          <a:xfrm xmlns:a="http://schemas.openxmlformats.org/drawingml/2006/main">
            <a:off x="666750" y="3343275"/>
            <a:ext cx="457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1">
                <a:solidFill>
                  <a:srgbClr val="E9B44C"/>
                </a:solidFill>
                <a:latin typeface="Manrope"/>
                <a:ea typeface="Manrope"/>
                <a:cs typeface="Manrope"/>
              </a:defRPr>
            </a:defPPr>
          </a:lstStyle>
          <a:p xmlns:a="http://schemas.openxmlformats.org/drawingml/2006/main">
            <a:pPr>
              <a:defRPr sz="1200" b="1">
                <a:solidFill>
                  <a:srgbClr val="E9B44C"/>
                </a:solidFill>
                <a:latin typeface="Manrope"/>
                <a:ea typeface="Manrope"/>
                <a:cs typeface="Manrope"/>
              </a:defRPr>
            </a:pPr>
            <a:r>
              <a:rPr sz="1200" b="1">
                <a:solidFill>
                  <a:srgbClr val="E9B44C"/>
                </a:solidFill>
                <a:latin typeface="Manrope"/>
                <a:ea typeface="Manrope"/>
                <a:cs typeface="Manrope"/>
              </a:rPr>
              <a:t>PARK OWNERS</a:t>
            </a:r>
          </a:p>
        </p:txBody>
      </p:sp>
      <p:sp>
        <p:nvSpPr>
          <p:cNvPr id="7" name="Ask for a walkthrough">
            <a:extLst xmlns:a="http://schemas.openxmlformats.org/drawingml/2006/main">
              <a:ext uri="{FF2B5EF4-FFF2-40B4-BE49-F238E27FC236}">
                <a16:creationId xmlns:a16="http://schemas.microsoft.com/office/drawing/2014/main" id="{40386650-99AE-4DC0-8E2A-B043FFAB0BB2}"/>
              </a:ext>
            </a:extLst>
          </p:cNvPr>
          <p:cNvSpPr>
            <a:spLocks xmlns:a="http://schemas.openxmlformats.org/drawingml/2006/main" noGrp="1"/>
          </p:cNvSpPr>
          <p:nvPr/>
        </p:nvSpPr>
        <p:spPr>
          <a:xfrm xmlns:a="http://schemas.openxmlformats.org/drawingml/2006/main">
            <a:off x="666750" y="3781425"/>
            <a:ext cx="5143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550" b="1">
                <a:solidFill>
                  <a:srgbClr val="FFFFFF"/>
                </a:solidFill>
                <a:latin typeface="Bricolage Grotesque"/>
                <a:ea typeface="Bricolage Grotesque"/>
                <a:cs typeface="Bricolage Grotesque"/>
              </a:defRPr>
            </a:defPPr>
          </a:lstStyle>
          <a:p xmlns:a="http://schemas.openxmlformats.org/drawingml/2006/main">
            <a:pPr>
              <a:defRPr sz="2550" b="1">
                <a:solidFill>
                  <a:srgbClr val="FFFFFF"/>
                </a:solidFill>
                <a:latin typeface="Bricolage Grotesque"/>
                <a:ea typeface="Bricolage Grotesque"/>
                <a:cs typeface="Bricolage Grotesque"/>
              </a:defRPr>
            </a:pPr>
            <a:r>
              <a:rPr sz="2550" b="1">
                <a:solidFill>
                  <a:srgbClr val="FFFFFF"/>
                </a:solidFill>
                <a:latin typeface="Bricolage Grotesque"/>
                <a:ea typeface="Bricolage Grotesque"/>
                <a:cs typeface="Bricolage Grotesque"/>
              </a:rPr>
              <a:t>Ask for a walkthrough</a:t>
            </a:r>
          </a:p>
        </p:txBody>
      </p:sp>
      <p:sp>
        <p:nvSpPr>
          <p:cNvPr id="8" name="Tell us about your lots and the work&#10;you">
            <a:extLst xmlns:a="http://schemas.openxmlformats.org/drawingml/2006/main">
              <a:ext uri="{FF2B5EF4-FFF2-40B4-BE49-F238E27FC236}">
                <a16:creationId xmlns:a16="http://schemas.microsoft.com/office/drawing/2014/main" id="{A45610C6-A302-4071-B44E-4B292883AA72}"/>
              </a:ext>
            </a:extLst>
          </p:cNvPr>
          <p:cNvSpPr>
            <a:spLocks xmlns:a="http://schemas.openxmlformats.org/drawingml/2006/main" noGrp="1"/>
          </p:cNvSpPr>
          <p:nvPr/>
        </p:nvSpPr>
        <p:spPr>
          <a:xfrm xmlns:a="http://schemas.openxmlformats.org/drawingml/2006/main">
            <a:off x="666750" y="4333875"/>
            <a:ext cx="5334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BFE3E8"/>
                </a:solidFill>
                <a:latin typeface="Manrope"/>
                <a:ea typeface="Manrope"/>
                <a:cs typeface="Manrope"/>
              </a:defRPr>
            </a:defPPr>
          </a:lstStyle>
          <a:p xmlns:a="http://schemas.openxmlformats.org/drawingml/2006/main">
            <a:pPr>
              <a:defRPr sz="1800" b="0">
                <a:solidFill>
                  <a:srgbClr val="BFE3E8"/>
                </a:solidFill>
                <a:latin typeface="Manrope"/>
                <a:ea typeface="Manrope"/>
                <a:cs typeface="Manrope"/>
              </a:defRPr>
            </a:pPr>
            <a:r>
              <a:rPr sz="1800" b="0">
                <a:solidFill>
                  <a:srgbClr val="BFE3E8"/>
                </a:solidFill>
                <a:latin typeface="Manrope"/>
                <a:ea typeface="Manrope"/>
                <a:cs typeface="Manrope"/>
              </a:rPr>
              <a:t>Tell us about your lots and the work</a:t>
            </a:r>
          </a:p>
          <a:p xmlns:a="http://schemas.openxmlformats.org/drawingml/2006/main">
            <a:pPr>
              <a:defRPr sz="1800" b="0">
                <a:solidFill>
                  <a:srgbClr val="BFE3E8"/>
                </a:solidFill>
                <a:latin typeface="Manrope"/>
                <a:ea typeface="Manrope"/>
                <a:cs typeface="Manrope"/>
              </a:defRPr>
            </a:pPr>
            <a:r>
              <a:rPr sz="1800" b="0">
                <a:solidFill>
                  <a:srgbClr val="BFE3E8"/>
                </a:solidFill>
                <a:latin typeface="Manrope"/>
                <a:ea typeface="Manrope"/>
                <a:cs typeface="Manrope"/>
              </a:rPr>
              <a:t>you need. We’ll review setup with you.</a:t>
            </a:r>
          </a:p>
        </p:txBody>
      </p:sp>
      <p:sp>
        <p:nvSpPr>
          <p:cNvPr id="9" name="HOMEOWNERS">
            <a:extLst xmlns:a="http://schemas.openxmlformats.org/drawingml/2006/main">
              <a:ext uri="{FF2B5EF4-FFF2-40B4-BE49-F238E27FC236}">
                <a16:creationId xmlns:a16="http://schemas.microsoft.com/office/drawing/2014/main" id="{265EFCDC-EBF6-41DF-9649-7EC7D8113E00}"/>
              </a:ext>
            </a:extLst>
          </p:cNvPr>
          <p:cNvSpPr>
            <a:spLocks xmlns:a="http://schemas.openxmlformats.org/drawingml/2006/main" noGrp="1"/>
          </p:cNvSpPr>
          <p:nvPr/>
        </p:nvSpPr>
        <p:spPr>
          <a:xfrm xmlns:a="http://schemas.openxmlformats.org/drawingml/2006/main">
            <a:off x="6781800" y="3343275"/>
            <a:ext cx="457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1">
                <a:solidFill>
                  <a:srgbClr val="E9B44C"/>
                </a:solidFill>
                <a:latin typeface="Manrope"/>
                <a:ea typeface="Manrope"/>
                <a:cs typeface="Manrope"/>
              </a:defRPr>
            </a:defPPr>
          </a:lstStyle>
          <a:p xmlns:a="http://schemas.openxmlformats.org/drawingml/2006/main">
            <a:pPr>
              <a:defRPr sz="1200" b="1">
                <a:solidFill>
                  <a:srgbClr val="E9B44C"/>
                </a:solidFill>
                <a:latin typeface="Manrope"/>
                <a:ea typeface="Manrope"/>
                <a:cs typeface="Manrope"/>
              </a:defRPr>
            </a:pPr>
            <a:r>
              <a:rPr sz="1200" b="1">
                <a:solidFill>
                  <a:srgbClr val="E9B44C"/>
                </a:solidFill>
                <a:latin typeface="Manrope"/>
                <a:ea typeface="Manrope"/>
                <a:cs typeface="Manrope"/>
              </a:rPr>
              <a:t>HOMEOWNERS</a:t>
            </a:r>
          </a:p>
        </p:txBody>
      </p:sp>
      <p:sp>
        <p:nvSpPr>
          <p:cNvPr id="10" name="Choose your first service">
            <a:extLst xmlns:a="http://schemas.openxmlformats.org/drawingml/2006/main">
              <a:ext uri="{FF2B5EF4-FFF2-40B4-BE49-F238E27FC236}">
                <a16:creationId xmlns:a16="http://schemas.microsoft.com/office/drawing/2014/main" id="{6E52EF5A-25D2-416A-8B75-A4243837E50C}"/>
              </a:ext>
            </a:extLst>
          </p:cNvPr>
          <p:cNvSpPr>
            <a:spLocks xmlns:a="http://schemas.openxmlformats.org/drawingml/2006/main" noGrp="1"/>
          </p:cNvSpPr>
          <p:nvPr/>
        </p:nvSpPr>
        <p:spPr>
          <a:xfrm xmlns:a="http://schemas.openxmlformats.org/drawingml/2006/main">
            <a:off x="6781800" y="3781425"/>
            <a:ext cx="4857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550" b="1">
                <a:solidFill>
                  <a:srgbClr val="FFFFFF"/>
                </a:solidFill>
                <a:latin typeface="Bricolage Grotesque"/>
                <a:ea typeface="Bricolage Grotesque"/>
                <a:cs typeface="Bricolage Grotesque"/>
              </a:defRPr>
            </a:defPPr>
          </a:lstStyle>
          <a:p xmlns:a="http://schemas.openxmlformats.org/drawingml/2006/main">
            <a:pPr>
              <a:defRPr sz="2550" b="1">
                <a:solidFill>
                  <a:srgbClr val="FFFFFF"/>
                </a:solidFill>
                <a:latin typeface="Bricolage Grotesque"/>
                <a:ea typeface="Bricolage Grotesque"/>
                <a:cs typeface="Bricolage Grotesque"/>
              </a:defRPr>
            </a:pPr>
            <a:r>
              <a:rPr sz="2550" b="1">
                <a:solidFill>
                  <a:srgbClr val="FFFFFF"/>
                </a:solidFill>
                <a:latin typeface="Bricolage Grotesque"/>
                <a:ea typeface="Bricolage Grotesque"/>
                <a:cs typeface="Bricolage Grotesque"/>
              </a:rPr>
              <a:t>Choose your first service</a:t>
            </a:r>
          </a:p>
        </p:txBody>
      </p:sp>
      <p:sp>
        <p:nvSpPr>
          <p:cNvPr id="11" name="Review the service, price and&#10;availabili">
            <a:extLst xmlns:a="http://schemas.openxmlformats.org/drawingml/2006/main">
              <a:ext uri="{FF2B5EF4-FFF2-40B4-BE49-F238E27FC236}">
                <a16:creationId xmlns:a16="http://schemas.microsoft.com/office/drawing/2014/main" id="{6A60B86C-4CB4-4841-90CD-58722546215F}"/>
              </a:ext>
            </a:extLst>
          </p:cNvPr>
          <p:cNvSpPr>
            <a:spLocks xmlns:a="http://schemas.openxmlformats.org/drawingml/2006/main" noGrp="1"/>
          </p:cNvSpPr>
          <p:nvPr/>
        </p:nvSpPr>
        <p:spPr>
          <a:xfrm xmlns:a="http://schemas.openxmlformats.org/drawingml/2006/main">
            <a:off x="6781800" y="4333875"/>
            <a:ext cx="4857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BFE3E8"/>
                </a:solidFill>
                <a:latin typeface="Manrope"/>
                <a:ea typeface="Manrope"/>
                <a:cs typeface="Manrope"/>
              </a:defRPr>
            </a:defPPr>
          </a:lstStyle>
          <a:p xmlns:a="http://schemas.openxmlformats.org/drawingml/2006/main">
            <a:pPr>
              <a:defRPr sz="1800" b="0">
                <a:solidFill>
                  <a:srgbClr val="BFE3E8"/>
                </a:solidFill>
                <a:latin typeface="Manrope"/>
                <a:ea typeface="Manrope"/>
                <a:cs typeface="Manrope"/>
              </a:defRPr>
            </a:pPr>
            <a:r>
              <a:rPr sz="1800" b="0">
                <a:solidFill>
                  <a:srgbClr val="BFE3E8"/>
                </a:solidFill>
                <a:latin typeface="Manrope"/>
                <a:ea typeface="Manrope"/>
                <a:cs typeface="Manrope"/>
              </a:rPr>
              <a:t>Review the service, price and</a:t>
            </a:r>
          </a:p>
          <a:p xmlns:a="http://schemas.openxmlformats.org/drawingml/2006/main">
            <a:pPr>
              <a:defRPr sz="1800" b="0">
                <a:solidFill>
                  <a:srgbClr val="BFE3E8"/>
                </a:solidFill>
                <a:latin typeface="Manrope"/>
                <a:ea typeface="Manrope"/>
                <a:cs typeface="Manrope"/>
              </a:defRPr>
            </a:pPr>
            <a:r>
              <a:rPr sz="1800" b="0">
                <a:solidFill>
                  <a:srgbClr val="BFE3E8"/>
                </a:solidFill>
                <a:latin typeface="Manrope"/>
                <a:ea typeface="Manrope"/>
                <a:cs typeface="Manrope"/>
              </a:rPr>
              <a:t>availability for your property.</a:t>
            </a:r>
          </a:p>
        </p:txBody>
      </p:sp>
      <p:sp>
        <p:nvSpPr>
          <p:cNvPr id="12" name="LakeLife.ai">
            <a:extLst xmlns:a="http://schemas.openxmlformats.org/drawingml/2006/main">
              <a:ext uri="{FF2B5EF4-FFF2-40B4-BE49-F238E27FC236}">
                <a16:creationId xmlns:a16="http://schemas.microsoft.com/office/drawing/2014/main" id="{301FF1F7-E6FA-4399-8191-C91DFCB0C8EB}"/>
              </a:ext>
            </a:extLst>
          </p:cNvPr>
          <p:cNvSpPr>
            <a:spLocks xmlns:a="http://schemas.openxmlformats.org/drawingml/2006/main" noGrp="1"/>
          </p:cNvSpPr>
          <p:nvPr/>
        </p:nvSpPr>
        <p:spPr>
          <a:xfrm xmlns:a="http://schemas.openxmlformats.org/drawingml/2006/main">
            <a:off x="666750" y="5353050"/>
            <a:ext cx="666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050" b="1">
                <a:solidFill>
                  <a:srgbClr val="E9B44C"/>
                </a:solidFill>
                <a:latin typeface="Bricolage Grotesque"/>
                <a:ea typeface="Bricolage Grotesque"/>
                <a:cs typeface="Bricolage Grotesque"/>
              </a:defRPr>
            </a:defPPr>
          </a:lstStyle>
          <a:p xmlns:a="http://schemas.openxmlformats.org/drawingml/2006/main">
            <a:pPr>
              <a:defRPr sz="4050" b="1">
                <a:solidFill>
                  <a:srgbClr val="E9B44C"/>
                </a:solidFill>
                <a:latin typeface="Bricolage Grotesque"/>
                <a:ea typeface="Bricolage Grotesque"/>
                <a:cs typeface="Bricolage Grotesque"/>
              </a:defRPr>
            </a:pPr>
            <a:r>
              <a:rPr>
                <a:hlinkClick xmlns:r="http://schemas.openxmlformats.org/officeDocument/2006/relationships" r:id="R8671b7b877e64c04"/>
              </a:rPr>
              <a:t>LakeLife.ai</a:t>
            </a:r>
          </a:p>
        </p:txBody>
      </p:sp>
      <p:sp>
        <p:nvSpPr>
          <p:cNvPr id="13" name="Park setup is guided. Local service avai">
            <a:extLst xmlns:a="http://schemas.openxmlformats.org/drawingml/2006/main">
              <a:ext uri="{FF2B5EF4-FFF2-40B4-BE49-F238E27FC236}">
                <a16:creationId xmlns:a16="http://schemas.microsoft.com/office/drawing/2014/main" id="{A16AD697-2B62-42AB-B785-692CD66C77E1}"/>
              </a:ext>
            </a:extLst>
          </p:cNvPr>
          <p:cNvSpPr>
            <a:spLocks xmlns:a="http://schemas.openxmlformats.org/drawingml/2006/main" noGrp="1"/>
          </p:cNvSpPr>
          <p:nvPr/>
        </p:nvSpPr>
        <p:spPr>
          <a:xfrm xmlns:a="http://schemas.openxmlformats.org/drawingml/2006/main">
            <a:off x="6781800" y="564832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BFE3E8"/>
                </a:solidFill>
                <a:latin typeface="Manrope"/>
                <a:ea typeface="Manrope"/>
                <a:cs typeface="Manrope"/>
              </a:defRPr>
            </a:defPPr>
          </a:lstStyle>
          <a:p xmlns:a="http://schemas.openxmlformats.org/drawingml/2006/main">
            <a:pPr>
              <a:defRPr sz="1275" b="0">
                <a:solidFill>
                  <a:srgbClr val="BFE3E8"/>
                </a:solidFill>
                <a:latin typeface="Manrope"/>
                <a:ea typeface="Manrope"/>
                <a:cs typeface="Manrope"/>
              </a:defRPr>
            </a:pPr>
            <a:r>
              <a:rPr sz="1275" b="0">
                <a:solidFill>
                  <a:srgbClr val="BFE3E8"/>
                </a:solidFill>
                <a:latin typeface="Manrope"/>
                <a:ea typeface="Manrope"/>
                <a:cs typeface="Manrope"/>
              </a:rPr>
              <a:t>Park setup is guided. Local service availability varies.</a:t>
            </a:r>
          </a:p>
        </p:txBody>
      </p:sp>
      <p:pic>
        <p:nvPicPr>
          <p:cNvPr id="14" name="">
            <a:extLst xmlns:a="http://schemas.openxmlformats.org/drawingml/2006/main">
              <a:ext uri="{FF2B5EF4-FFF2-40B4-BE49-F238E27FC236}">
                <a16:creationId xmlns:a16="http://schemas.microsoft.com/office/drawing/2014/main" id="{9C0D1AF3-8FD1-408D-8F40-B7809F7D055A}"/>
              </a:ext>
            </a:extLst>
          </p:cNvPr>
          <p:cNvPicPr>
            <a:picLocks xmlns:a="http://schemas.openxmlformats.org/drawingml/2006/main" noChangeAspect="1"/>
          </p:cNvPicPr>
          <p:nvPr/>
        </p:nvPicPr>
        <p:blipFill>
          <a:blip xmlns:r="http://schemas.openxmlformats.org/officeDocument/2006/relationships" xmlns:a="http://schemas.openxmlformats.org/drawingml/2006/main" r:embed="R30651b431b6b4e3d"/>
          <a:stretch xmlns:a="http://schemas.openxmlformats.org/drawingml/2006/main"/>
        </p:blipFill>
        <p:spPr>
          <a:xfrm xmlns:a="http://schemas.openxmlformats.org/drawingml/2006/main">
            <a:off x="0" y="5926138"/>
            <a:ext cx="12192000" cy="930275"/>
          </a:xfrm>
          <a:prstGeom xmlns:a="http://schemas.openxmlformats.org/drawingml/2006/main" prst="rect">
            <a:avLst/>
          </a:prstGeom>
        </p:spPr>
      </p:pic>
    </p:spTree>
    <p:extLst>
      <p:ext uri="{BB962C8B-B14F-4D97-AF65-F5344CB8AC3E}">
        <p14:creationId xmlns:p14="http://schemas.microsoft.com/office/powerpoint/2010/main" val="14126793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nrope"/>
        <a:ea typeface=""/>
        <a:cs typeface=""/>
      </a:majorFont>
      <a:minorFont>
        <a:latin typeface="Manrop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2026-10-17T19:42:19.7060000Z</dcterms:created>
  <dcterms:modified xsi:type="dcterms:W3CDTF">2026-10-17T19:42:19.7060000Z</dcterms:modified>
</coreProperties>
</file>