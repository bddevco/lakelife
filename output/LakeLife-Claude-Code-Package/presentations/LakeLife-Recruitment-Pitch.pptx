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909187f5d442c1" /><Relationship Type="http://schemas.openxmlformats.org/officeDocument/2006/relationships/extended-properties" Target="/docProps/app.xml" Id="R5dd577a399b74c8b" /><Relationship Type="http://schemas.openxmlformats.org/officeDocument/2006/relationships/officeDocument" Target="/ppt/presentation.xml" Id="R4d8395204463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4ddf8b0f747a8"/>
  </p:sldMasterIdLst>
  <p:notesMasterIdLst>
    <p:notesMasterId xmlns:r="http://schemas.openxmlformats.org/officeDocument/2006/relationships" r:id="R79ee54d6c5834d3a"/>
  </p:notesMasterIdLst>
  <p:sldIdLst>
    <p:sldId xmlns:r="http://schemas.openxmlformats.org/officeDocument/2006/relationships" id="256" r:id="Ra62ce65b32ec4216"/>
    <p:sldId xmlns:r="http://schemas.openxmlformats.org/officeDocument/2006/relationships" id="257" r:id="R15f1c0bac0c048cf"/>
    <p:sldId xmlns:r="http://schemas.openxmlformats.org/officeDocument/2006/relationships" id="258" r:id="Rf33b1aaf89a843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04c990bd3d453b" /><Relationship Type="http://schemas.openxmlformats.org/officeDocument/2006/relationships/slideMaster" Target="/ppt/slideMasters/slideMaster1.xml" Id="R7054ddf8b0f747a8" /><Relationship Type="http://schemas.openxmlformats.org/officeDocument/2006/relationships/notesMaster" Target="/ppt/notesMasters/notesMaster1.xml" Id="R79ee54d6c5834d3a" /><Relationship Type="http://schemas.openxmlformats.org/officeDocument/2006/relationships/presProps" Target="/ppt/presProps.xml" Id="R8d52039951d641ac" /><Relationship Type="http://schemas.openxmlformats.org/officeDocument/2006/relationships/tableStyles" Target="/ppt/tableStyles.xml" Id="R13047cc60de445a4" /><Relationship Type="http://schemas.openxmlformats.org/officeDocument/2006/relationships/slide" Target="/ppt/slides/slide1.xml" Id="Ra62ce65b32ec4216" /><Relationship Type="http://schemas.openxmlformats.org/officeDocument/2006/relationships/slide" Target="/ppt/slides/slide2.xml" Id="R15f1c0bac0c048cf" /><Relationship Type="http://schemas.openxmlformats.org/officeDocument/2006/relationships/slide" Target="/ppt/slides/slide3.xml" Id="Rf33b1aaf89a843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8d2d0675e54e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a2f51121cc4bcb" /><Relationship Type="http://schemas.openxmlformats.org/officeDocument/2006/relationships/notesMaster" Target="/ppt/notesMasters/notesMaster1.xml" Id="Read17552606544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7dffec51b74345" /><Relationship Type="http://schemas.openxmlformats.org/officeDocument/2006/relationships/notesMaster" Target="/ppt/notesMasters/notesMaster1.xml" Id="R19fd2378bbb547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09a09f82df4239" /><Relationship Type="http://schemas.openxmlformats.org/officeDocument/2006/relationships/notesMaster" Target="/ppt/notesMasters/notesMaster1.xml" Id="Rbf91073a42a14e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LakeLife is for mobile-home and RV park owners who want the money record and property work in the same place. Bills can be raised by lot on a schedule. Shared expenses can be allocated to the lots that carry them. Cash and checks are recorded and confirmed. Crew work has a photo requirement before completion. Ask which part takes the most chasing today.</a:t>
            </a:r>
          </a:p>
          <a:p xmlns:a="http://schemas.openxmlformats.org/drawingml/2006/main">
            <a:r>
              <a:t>Sources: src/app/for-parks/page.tsx (current public product copy), src/components/Brand.tsx and lakelife.html (original artwork and identity). Local sources reviewed 17 October 2026. No automatic card collection, savings figures, adoption statistics or payment-processing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 lake homeowner, lead with one service they already need. LakeLife brings the service price, booking and property record together. A job needs the required completion photos. If a crew proposes a profile correction that changes pricing, the homeowner approves it first. Seasonal water work depends on lake conditions, and availability depends on local crew coverage.</a:t>
            </a:r>
          </a:p>
          <a:p xmlns:a="http://schemas.openxmlformats.org/drawingml/2006/main">
            <a:r>
              <a:t>Sources: src/app/page.tsx; src/app/book/actions.ts; src/app/book/page.tsx; src/app/vendor/actions.ts; src/app/approvals/actions.ts. Current pricing permits an unpriced request awaiting a crew quote. The original prototype supplies visuals only; old universal 30% economics are superseded on crew-priced work. Local sources reviewed 17 October 2026. The imagery is original prototype service artwork, not job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conversation about their actual property or park. For park owners, show the lot, rent and shared-cost workflow and discuss the service needs. For homeowners, start with one relevant service. Review pricing status, scope and available crews. Some requests await a crew quote. A requested date is not a confirmed appointment. The next step is LakeLife.ai. Park inquiries are at https://www.lakelife.ai/for-parks.</a:t>
            </a:r>
          </a:p>
          <a:p xmlns:a="http://schemas.openxmlformats.org/drawingml/2006/main">
            <a:r>
              <a:t>Sources: src/app/for-parks/page.tsx (guided setup and local crew onboarding), src/app/page.tsx (homeowner flow), user confirmation of LakeLife.ai on 17 October 2026. No free trial, fixed setup time or automatic payments are promised.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525a8e3bc44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d8b598e1849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3423959c743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6bdbfb4fd43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6e9a53a6a46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a590c11b341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02A60C-DD54-4E05-B0A2-EA4C3B91BC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7620F9-C296-447B-BEE5-00022C1AE1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3FF1AC-FA0D-4296-9B4F-5852C2AE9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7B0815-69E9-403A-B369-E2E1F41E74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A2201F-5F83-44E4-BDC8-1EF1194DF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111654-E975-4F81-AF6D-D61766628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33232C-A880-4286-A8CC-EC3241030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0D08DA-B0B6-49B7-B8B2-2F0DDB1657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529E11-0624-42F2-AA51-7D19F82934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AE2E9C-CC59-4DBD-86E9-8FDD6AC1A7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5afee1a01d4a8e" /><Relationship Type="http://schemas.openxmlformats.org/officeDocument/2006/relationships/slideLayout" Target="/ppt/slideLayouts/slideLayout1.xml" Id="R472842b44cd243f8" /><Relationship Type="http://schemas.openxmlformats.org/officeDocument/2006/relationships/slideLayout" Target="/ppt/slideLayouts/slideLayout2.xml" Id="Rbf5448c0cbcd41d2" /><Relationship Type="http://schemas.openxmlformats.org/officeDocument/2006/relationships/slideLayout" Target="/ppt/slideLayouts/slideLayout3.xml" Id="R89a22beb4a1e4087" /><Relationship Type="http://schemas.openxmlformats.org/officeDocument/2006/relationships/slideLayout" Target="/ppt/slideLayouts/slideLayout4.xml" Id="R3b959743cd8c4b74" /><Relationship Type="http://schemas.openxmlformats.org/officeDocument/2006/relationships/slideLayout" Target="/ppt/slideLayouts/slideLayout5.xml" Id="Rf8f6e1140c824344" /><Relationship Type="http://schemas.openxmlformats.org/officeDocument/2006/relationships/slideLayout" Target="/ppt/slideLayouts/slideLayout6.xml" Id="R21a8e0f3885048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2842b44cd243f8"/>
    <p:sldLayoutId xmlns:r="http://schemas.openxmlformats.org/officeDocument/2006/relationships" id="2147483650" r:id="Rbf5448c0cbcd41d2"/>
    <p:sldLayoutId xmlns:r="http://schemas.openxmlformats.org/officeDocument/2006/relationships" id="2147483651" r:id="R89a22beb4a1e4087"/>
    <p:sldLayoutId xmlns:r="http://schemas.openxmlformats.org/officeDocument/2006/relationships" id="2147483652" r:id="R3b959743cd8c4b74"/>
    <p:sldLayoutId xmlns:r="http://schemas.openxmlformats.org/officeDocument/2006/relationships" id="2147483653" r:id="Rf8f6e1140c824344"/>
    <p:sldLayoutId xmlns:r="http://schemas.openxmlformats.org/officeDocument/2006/relationships" id="2147483654" r:id="R21a8e0f3885048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ae2f913c6493b" /><Relationship Type="http://schemas.openxmlformats.org/officeDocument/2006/relationships/image" Target="/ppt/media/image.png" Id="Raa931d0f6def448c" /><Relationship Type="http://schemas.openxmlformats.org/officeDocument/2006/relationships/image" Target="/ppt/media/image2.png" Id="Rc69d4a89a8db42bb" /><Relationship Type="http://schemas.openxmlformats.org/officeDocument/2006/relationships/image" Target="/ppt/media/image3.png" Id="R09692e9ce5d44ab0" /><Relationship Type="http://schemas.openxmlformats.org/officeDocument/2006/relationships/notesSlide" Target="/ppt/notesSlides/notesSlide1.xml" Id="R8cb8bb02f4334a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29a2110b74a29" /><Relationship Type="http://schemas.openxmlformats.org/officeDocument/2006/relationships/image" Target="/ppt/media/image4.png" Id="Rfa6d6717340a4422" /><Relationship Type="http://schemas.openxmlformats.org/officeDocument/2006/relationships/image" Target="/ppt/media/image5.png" Id="Rbd10ccb48340476a" /><Relationship Type="http://schemas.openxmlformats.org/officeDocument/2006/relationships/image" Target="/ppt/media/image6.png" Id="Rce26ab15beba440a" /><Relationship Type="http://schemas.openxmlformats.org/officeDocument/2006/relationships/image" Target="/ppt/media/image7.png" Id="R785dc530681b4e45" /><Relationship Type="http://schemas.openxmlformats.org/officeDocument/2006/relationships/image" Target="/ppt/media/image8.png" Id="R27074429ee6d4d82" /><Relationship Type="http://schemas.openxmlformats.org/officeDocument/2006/relationships/image" Target="/ppt/media/image9.png" Id="R14d34f5cfbab4327" /><Relationship Type="http://schemas.openxmlformats.org/officeDocument/2006/relationships/notesSlide" Target="/ppt/notesSlides/notesSlide2.xml" Id="R8f15548ecb6d4b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38e3c452264745" /><Relationship Type="http://schemas.openxmlformats.org/officeDocument/2006/relationships/image" Target="/ppt/media/image10.png" Id="Rd8a9ad7657b446a8" /><Relationship Type="http://schemas.openxmlformats.org/officeDocument/2006/relationships/hyperlink" Target="https://www.lakelife.ai/" TargetMode="External" Id="R2660e1ad8781417a" /><Relationship Type="http://schemas.openxmlformats.org/officeDocument/2006/relationships/image" Target="/ppt/media/image11.png" Id="Rcb1ce9b967f64cfb" /><Relationship Type="http://schemas.openxmlformats.org/officeDocument/2006/relationships/notesSlide" Target="/ppt/notesSlides/notesSlide3.xml" Id="Red02d950ce474d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4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90EE2-D4E3-4810-945A-92B3A6D3A6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31d0f6def448c"/>
          <a:stretch xmlns:a="http://schemas.openxmlformats.org/drawingml/2006/main"/>
        </p:blipFill>
        <p:spPr>
          <a:xfrm xmlns:a="http://schemas.openxmlformats.org/drawingml/2006/main">
            <a:off x="6477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Lake">
            <a:extLst xmlns:a="http://schemas.openxmlformats.org/drawingml/2006/main">
              <a:ext uri="{FF2B5EF4-FFF2-40B4-BE49-F238E27FC236}">
                <a16:creationId xmlns:a16="http://schemas.microsoft.com/office/drawing/2014/main" id="{CA7BAA09-D671-4D5D-AFBD-979810F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Lake</a:t>
            </a:r>
          </a:p>
        </p:txBody>
      </p:sp>
      <p:sp>
        <p:nvSpPr>
          <p:cNvPr id="3" name="Life">
            <a:extLst xmlns:a="http://schemas.openxmlformats.org/drawingml/2006/main">
              <a:ext uri="{FF2B5EF4-FFF2-40B4-BE49-F238E27FC236}">
                <a16:creationId xmlns:a16="http://schemas.microsoft.com/office/drawing/2014/main" id="{BF653538-4F88-4D06-8989-C1B942F7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"/>
            <a:ext cx="638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rPr>
              <a:t>Life</a:t>
            </a:r>
          </a:p>
        </p:txBody>
      </p:sp>
      <p:sp>
        <p:nvSpPr>
          <p:cNvPr id="4" name="FOR MOBILE-HOME &amp; RV PARK OWNERS">
            <a:extLst xmlns:a="http://schemas.openxmlformats.org/drawingml/2006/main">
              <a:ext uri="{FF2B5EF4-FFF2-40B4-BE49-F238E27FC236}">
                <a16:creationId xmlns:a16="http://schemas.microsoft.com/office/drawing/2014/main" id="{64247DDC-3E42-4B0C-AE04-B028F7C3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defPPr>
            <a:lvl1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1pPr>
            <a:lvl2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2pPr>
            <a:lvl3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3pPr>
            <a:lvl4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4pPr>
            <a:lvl5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5pPr>
            <a:lvl6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6pPr>
            <a:lvl7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7pPr>
            <a:lvl8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8pPr>
            <a:lvl9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E9B44C"/>
                </a:solidFill>
                <a:latin typeface="Manrope"/>
                <a:ea typeface="Manrope"/>
                <a:cs typeface="Manrope"/>
              </a:rPr>
              <a:t>FOR MOBILE-HOME &amp; RV PARK OWNERS</a:t>
            </a:r>
          </a:p>
        </p:txBody>
      </p:sp>
      <p:sp>
        <p:nvSpPr>
          <p:cNvPr id="5" name="Your park,">
            <a:extLst xmlns:a="http://schemas.openxmlformats.org/drawingml/2006/main">
              <a:ext uri="{FF2B5EF4-FFF2-40B4-BE49-F238E27FC236}">
                <a16:creationId xmlns:a16="http://schemas.microsoft.com/office/drawing/2014/main" id="{DE97FA1E-3062-4F79-83A9-C1B10212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Your park,</a:t>
            </a:r>
          </a:p>
        </p:txBody>
      </p:sp>
      <p:sp>
        <p:nvSpPr>
          <p:cNvPr id="6" name="in one place">
            <a:extLst xmlns:a="http://schemas.openxmlformats.org/drawingml/2006/main">
              <a:ext uri="{FF2B5EF4-FFF2-40B4-BE49-F238E27FC236}">
                <a16:creationId xmlns:a16="http://schemas.microsoft.com/office/drawing/2014/main" id="{DF16A1DA-1E45-444C-957A-FB5850A5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660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in one place</a:t>
            </a:r>
          </a:p>
        </p:txBody>
      </p:sp>
      <p:sp>
        <p:nvSpPr>
          <p:cNvPr id="7" name="Rent records, shared costs and crew work">
            <a:extLst xmlns:a="http://schemas.openxmlformats.org/drawingml/2006/main">
              <a:ext uri="{FF2B5EF4-FFF2-40B4-BE49-F238E27FC236}">
                <a16:creationId xmlns:a16="http://schemas.microsoft.com/office/drawing/2014/main" id="{F541F863-E1C6-481F-8051-A7D1747C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  <a:lvl1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1pPr>
            <a:lvl2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2pPr>
            <a:lvl3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3pPr>
            <a:lvl4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4pPr>
            <a:lvl5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5pPr>
            <a:lvl6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6pPr>
            <a:lvl7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7pPr>
            <a:lvl8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8pPr>
            <a:lvl9pPr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Rent records, shared costs and crew work.</a:t>
            </a:r>
          </a:p>
        </p:txBody>
      </p:sp>
      <p:sp>
        <p:nvSpPr>
          <p:cNvPr id="8" name="A clearer view of what is owed and what ">
            <a:extLst xmlns:a="http://schemas.openxmlformats.org/drawingml/2006/main">
              <a:ext uri="{FF2B5EF4-FFF2-40B4-BE49-F238E27FC236}">
                <a16:creationId xmlns:a16="http://schemas.microsoft.com/office/drawing/2014/main" id="{68407A60-FFBE-4C14-8FB4-E195DEB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A clearer view of what is owed and what needs doing.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1B7E7-B012-4F67-A60D-9646FC105E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d4a89a8db42bb"/>
          <a:stretch xmlns:a="http://schemas.openxmlformats.org/drawingml/2006/main"/>
        </p:blipFill>
        <p:spPr>
          <a:xfrm xmlns:a="http://schemas.openxmlformats.org/drawingml/2006/main">
            <a:off x="8096250" y="2286010"/>
            <a:ext cx="3333750" cy="982579"/>
          </a:xfrm>
          <a:prstGeom xmlns:a="http://schemas.openxmlformats.org/drawingml/2006/main" prst="rect">
            <a:avLst/>
          </a:prstGeom>
        </p:spPr>
      </p:pic>
      <p:sp>
        <p:nvSpPr>
          <p:cNvPr id="10" name="Scheduled bills by lot">
            <a:extLst xmlns:a="http://schemas.openxmlformats.org/drawingml/2006/main">
              <a:ext uri="{FF2B5EF4-FFF2-40B4-BE49-F238E27FC236}">
                <a16:creationId xmlns:a16="http://schemas.microsoft.com/office/drawing/2014/main" id="{4968C646-E21D-41F5-AFE9-4EBC1CB7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Scheduled bills by lot</a:t>
            </a:r>
          </a:p>
        </p:txBody>
      </p:sp>
      <p:sp>
        <p:nvSpPr>
          <p:cNvPr id="11" name="Shared cost records">
            <a:extLst xmlns:a="http://schemas.openxmlformats.org/drawingml/2006/main">
              <a:ext uri="{FF2B5EF4-FFF2-40B4-BE49-F238E27FC236}">
                <a16:creationId xmlns:a16="http://schemas.microsoft.com/office/drawing/2014/main" id="{2019FB3B-5DE8-4261-B7BA-D076F2AA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482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Shared cost records</a:t>
            </a:r>
          </a:p>
        </p:txBody>
      </p:sp>
      <p:sp>
        <p:nvSpPr>
          <p:cNvPr id="12" name="Work completion photos">
            <a:extLst xmlns:a="http://schemas.openxmlformats.org/drawingml/2006/main">
              <a:ext uri="{FF2B5EF4-FFF2-40B4-BE49-F238E27FC236}">
                <a16:creationId xmlns:a16="http://schemas.microsoft.com/office/drawing/2014/main" id="{CF0D9308-95EA-42D9-9434-6CB7A0CE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482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  <a:lvl1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1pPr>
            <a:lvl2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2pPr>
            <a:lvl3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3pPr>
            <a:lvl4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4pPr>
            <a:lvl5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5pPr>
            <a:lvl6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6pPr>
            <a:lvl7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7pPr>
            <a:lvl8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8pPr>
            <a:lvl9pPr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Work completion photos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1B423-D096-4203-BDC3-B9146CDF5F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92e9ce5d44ab0"/>
          <a:stretch xmlns:a="http://schemas.openxmlformats.org/drawingml/2006/main"/>
        </p:blipFill>
        <p:spPr>
          <a:xfrm xmlns:a="http://schemas.openxmlformats.org/drawingml/2006/main">
            <a:off x="0" y="5926138"/>
            <a:ext cx="12192000" cy="93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88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Dark brand band">
            <a:extLst xmlns:a="http://schemas.openxmlformats.org/drawingml/2006/main">
              <a:ext uri="{FF2B5EF4-FFF2-40B4-BE49-F238E27FC236}">
                <a16:creationId xmlns:a16="http://schemas.microsoft.com/office/drawing/2014/main" id="{70BD63C3-E12F-4FBF-A96B-29EA4E5B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114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430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D2E27-6FE3-45F5-B230-3B714FDC7E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d6717340a4422"/>
          <a:stretch xmlns:a="http://schemas.openxmlformats.org/drawingml/2006/main"/>
        </p:blipFill>
        <p:spPr>
          <a:xfrm xmlns:a="http://schemas.openxmlformats.org/drawingml/2006/main">
            <a:off x="6477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" name="Lake">
            <a:extLst xmlns:a="http://schemas.openxmlformats.org/drawingml/2006/main">
              <a:ext uri="{FF2B5EF4-FFF2-40B4-BE49-F238E27FC236}">
                <a16:creationId xmlns:a16="http://schemas.microsoft.com/office/drawing/2014/main" id="{C3649251-44CF-4523-AF2C-426515C9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Lake</a:t>
            </a:r>
          </a:p>
        </p:txBody>
      </p:sp>
      <p:sp>
        <p:nvSpPr>
          <p:cNvPr id="4" name="Life">
            <a:extLst xmlns:a="http://schemas.openxmlformats.org/drawingml/2006/main">
              <a:ext uri="{FF2B5EF4-FFF2-40B4-BE49-F238E27FC236}">
                <a16:creationId xmlns:a16="http://schemas.microsoft.com/office/drawing/2014/main" id="{39152262-0C6D-4672-A302-2E9CD42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"/>
            <a:ext cx="638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rPr>
              <a:t>Life</a:t>
            </a:r>
          </a:p>
        </p:txBody>
      </p:sp>
      <p:sp>
        <p:nvSpPr>
          <p:cNvPr id="5" name="FOR LAKE HOMEOWNERS">
            <a:extLst xmlns:a="http://schemas.openxmlformats.org/drawingml/2006/main">
              <a:ext uri="{FF2B5EF4-FFF2-40B4-BE49-F238E27FC236}">
                <a16:creationId xmlns:a16="http://schemas.microsoft.com/office/drawing/2014/main" id="{85C4B677-FFC8-4FD7-B6E4-3B86AD39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defPPr>
            <a:lvl1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lvl1pPr>
            <a:lvl2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lvl2pPr>
            <a:lvl3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lvl3pPr>
            <a:lvl4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lvl4pPr>
            <a:lvl5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lvl5pPr>
            <a:lvl6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lvl6pPr>
            <a:lvl7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lvl7pPr>
            <a:lvl8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lvl8pPr>
            <a:lvl9pPr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37A8C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137A8C"/>
                </a:solidFill>
                <a:latin typeface="Manrope"/>
                <a:ea typeface="Manrope"/>
                <a:cs typeface="Manrope"/>
              </a:rPr>
              <a:t>FOR LAKE HOMEOWNERS</a:t>
            </a:r>
          </a:p>
        </p:txBody>
      </p:sp>
      <p:sp>
        <p:nvSpPr>
          <p:cNvPr id="6" name="Your lake house,">
            <a:extLst xmlns:a="http://schemas.openxmlformats.org/drawingml/2006/main">
              <a:ext uri="{FF2B5EF4-FFF2-40B4-BE49-F238E27FC236}">
                <a16:creationId xmlns:a16="http://schemas.microsoft.com/office/drawing/2014/main" id="{2D2486CC-EB13-421B-AE74-AF04104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rPr>
              <a:t>Your lake house,</a:t>
            </a:r>
          </a:p>
        </p:txBody>
      </p:sp>
      <p:sp>
        <p:nvSpPr>
          <p:cNvPr id="7" name="ready when you are">
            <a:extLst xmlns:a="http://schemas.openxmlformats.org/drawingml/2006/main">
              <a:ext uri="{FF2B5EF4-FFF2-40B4-BE49-F238E27FC236}">
                <a16:creationId xmlns:a16="http://schemas.microsoft.com/office/drawing/2014/main" id="{2FEC6458-FEF9-4FF3-B43B-4210EF1B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950" b="1">
                <a:solidFill>
                  <a:srgbClr val="0A2430"/>
                </a:solidFill>
                <a:latin typeface="Bricolage Grotesque"/>
                <a:ea typeface="Bricolage Grotesque"/>
                <a:cs typeface="Bricolage Grotesque"/>
              </a:rPr>
              <a:t>ready when you are</a:t>
            </a:r>
          </a:p>
        </p:txBody>
      </p:sp>
      <p:sp>
        <p:nvSpPr>
          <p:cNvPr id="8" name="Know the pricing status">
            <a:extLst xmlns:a="http://schemas.openxmlformats.org/drawingml/2006/main">
              <a:ext uri="{FF2B5EF4-FFF2-40B4-BE49-F238E27FC236}">
                <a16:creationId xmlns:a16="http://schemas.microsoft.com/office/drawing/2014/main" id="{13D5E216-915E-4633-B8AA-25FEF79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  <a:lvl1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1pPr>
            <a:lvl2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2pPr>
            <a:lvl3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3pPr>
            <a:lvl4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4pPr>
            <a:lvl5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5pPr>
            <a:lvl6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6pPr>
            <a:lvl7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7pPr>
            <a:lvl8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8pPr>
            <a:lvl9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Know the pricing status</a:t>
            </a:r>
          </a:p>
        </p:txBody>
      </p:sp>
      <p:sp>
        <p:nvSpPr>
          <p:cNvPr id="9" name="See the price before&#10;anything is charged">
            <a:extLst xmlns:a="http://schemas.openxmlformats.org/drawingml/2006/main">
              <a:ext uri="{FF2B5EF4-FFF2-40B4-BE49-F238E27FC236}">
                <a16:creationId xmlns:a16="http://schemas.microsoft.com/office/drawing/2014/main" id="{F944A230-CA85-4D7B-A359-90D91759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defPPr>
            <a:lvl1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1pPr>
            <a:lvl2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2pPr>
            <a:lvl3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3pPr>
            <a:lvl4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4pPr>
            <a:lvl5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5pPr>
            <a:lvl6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6pPr>
            <a:lvl7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7pPr>
            <a:lvl8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8pPr>
            <a:lvl9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See the price before</a:t>
            </a:r>
          </a:p>
          <a:p xmlns:a="http://schemas.openxmlformats.org/drawingml/2006/main">
            <a:pPr>
              <a:buNone/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anything is charged.</a:t>
            </a:r>
          </a:p>
        </p:txBody>
      </p:sp>
      <p:sp>
        <p:nvSpPr>
          <p:cNvPr id="10" name="Photos of finished work">
            <a:extLst xmlns:a="http://schemas.openxmlformats.org/drawingml/2006/main">
              <a:ext uri="{FF2B5EF4-FFF2-40B4-BE49-F238E27FC236}">
                <a16:creationId xmlns:a16="http://schemas.microsoft.com/office/drawing/2014/main" id="{7E90894E-D709-4E0A-A823-5368D86D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1472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  <a:lvl1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1pPr>
            <a:lvl2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2pPr>
            <a:lvl3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3pPr>
            <a:lvl4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4pPr>
            <a:lvl5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5pPr>
            <a:lvl6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6pPr>
            <a:lvl7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7pPr>
            <a:lvl8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8pPr>
            <a:lvl9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Photos of finished work</a:t>
            </a:r>
          </a:p>
        </p:txBody>
      </p:sp>
      <p:sp>
        <p:nvSpPr>
          <p:cNvPr id="11" name="See the work in your&#10;property record.">
            <a:extLst xmlns:a="http://schemas.openxmlformats.org/drawingml/2006/main">
              <a:ext uri="{FF2B5EF4-FFF2-40B4-BE49-F238E27FC236}">
                <a16:creationId xmlns:a16="http://schemas.microsoft.com/office/drawing/2014/main" id="{8B2B2A6A-DF23-4FEC-AFBE-2D84C422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909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defPPr>
            <a:lvl1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1pPr>
            <a:lvl2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2pPr>
            <a:lvl3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3pPr>
            <a:lvl4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4pPr>
            <a:lvl5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5pPr>
            <a:lvl6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6pPr>
            <a:lvl7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7pPr>
            <a:lvl8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8pPr>
            <a:lvl9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See the work in your</a:t>
            </a:r>
          </a:p>
          <a:p xmlns:a="http://schemas.openxmlformats.org/drawingml/2006/main">
            <a:pPr>
              <a:buNone/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property record.</a:t>
            </a:r>
          </a:p>
        </p:txBody>
      </p:sp>
      <p:sp>
        <p:nvSpPr>
          <p:cNvPr id="12" name="You review corrections">
            <a:extLst xmlns:a="http://schemas.openxmlformats.org/drawingml/2006/main">
              <a:ext uri="{FF2B5EF4-FFF2-40B4-BE49-F238E27FC236}">
                <a16:creationId xmlns:a16="http://schemas.microsoft.com/office/drawing/2014/main" id="{05D7F9B6-A27D-40A9-BCC4-596BF347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1472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  <a:lvl1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1pPr>
            <a:lvl2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2pPr>
            <a:lvl3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3pPr>
            <a:lvl4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4pPr>
            <a:lvl5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5pPr>
            <a:lvl6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6pPr>
            <a:lvl7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7pPr>
            <a:lvl8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8pPr>
            <a:lvl9pPr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You review corrections</a:t>
            </a:r>
          </a:p>
        </p:txBody>
      </p:sp>
      <p:sp>
        <p:nvSpPr>
          <p:cNvPr id="13" name="Approve profile changes&#10;before they affe">
            <a:extLst xmlns:a="http://schemas.openxmlformats.org/drawingml/2006/main">
              <a:ext uri="{FF2B5EF4-FFF2-40B4-BE49-F238E27FC236}">
                <a16:creationId xmlns:a16="http://schemas.microsoft.com/office/drawing/2014/main" id="{B8EEE28B-2502-4C60-9953-56F4EA1B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9097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defPPr>
            <a:lvl1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1pPr>
            <a:lvl2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2pPr>
            <a:lvl3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3pPr>
            <a:lvl4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4pPr>
            <a:lvl5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5pPr>
            <a:lvl6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6pPr>
            <a:lvl7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7pPr>
            <a:lvl8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8pPr>
            <a:lvl9pPr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Approve profile changes</a:t>
            </a:r>
          </a:p>
          <a:p xmlns:a="http://schemas.openxmlformats.org/drawingml/2006/main">
            <a:pPr>
              <a:buNone/>
              <a:defRPr sz="1725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before they affect the bill.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2A793-8CAF-4E1B-A6F3-A4AA5E29F7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0ccb48340476a"/>
          <a:stretch xmlns:a="http://schemas.openxmlformats.org/drawingml/2006/main"/>
        </p:blipFill>
        <p:spPr>
          <a:xfrm xmlns:a="http://schemas.openxmlformats.org/drawingml/2006/main">
            <a:off x="666750" y="5088996"/>
            <a:ext cx="1047750" cy="651933"/>
          </a:xfrm>
          <a:prstGeom xmlns:a="http://schemas.openxmlformats.org/drawingml/2006/main" prst="rect">
            <a:avLst/>
          </a:prstGeom>
        </p:spPr>
      </p:pic>
      <p:sp>
        <p:nvSpPr>
          <p:cNvPr id="15" name="Opening &amp; closing">
            <a:extLst xmlns:a="http://schemas.openxmlformats.org/drawingml/2006/main">
              <a:ext uri="{FF2B5EF4-FFF2-40B4-BE49-F238E27FC236}">
                <a16:creationId xmlns:a16="http://schemas.microsoft.com/office/drawing/2014/main" id="{D7937F37-CF1E-4C04-A7A0-56F4FE1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  <a:lvl1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1pPr>
            <a:lvl2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2pPr>
            <a:lvl3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3pPr>
            <a:lvl4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4pPr>
            <a:lvl5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5pPr>
            <a:lvl6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6pPr>
            <a:lvl7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7pPr>
            <a:lvl8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8pPr>
            <a:lvl9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Opening &amp; closing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AD18F-C94A-45BB-92DC-6947499B3E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6ab15beba440a"/>
          <a:stretch xmlns:a="http://schemas.openxmlformats.org/drawingml/2006/main"/>
        </p:blipFill>
        <p:spPr>
          <a:xfrm xmlns:a="http://schemas.openxmlformats.org/drawingml/2006/main">
            <a:off x="2952750" y="5088996"/>
            <a:ext cx="1047750" cy="651933"/>
          </a:xfrm>
          <a:prstGeom xmlns:a="http://schemas.openxmlformats.org/drawingml/2006/main" prst="rect">
            <a:avLst/>
          </a:prstGeom>
        </p:spPr>
      </p:pic>
      <p:sp>
        <p:nvSpPr>
          <p:cNvPr id="17" name="Piers &amp; lifts">
            <a:extLst xmlns:a="http://schemas.openxmlformats.org/drawingml/2006/main">
              <a:ext uri="{FF2B5EF4-FFF2-40B4-BE49-F238E27FC236}">
                <a16:creationId xmlns:a16="http://schemas.microsoft.com/office/drawing/2014/main" id="{88D0C709-7AE1-4A93-9C92-324844AC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388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  <a:lvl1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1pPr>
            <a:lvl2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2pPr>
            <a:lvl3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3pPr>
            <a:lvl4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4pPr>
            <a:lvl5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5pPr>
            <a:lvl6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6pPr>
            <a:lvl7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7pPr>
            <a:lvl8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8pPr>
            <a:lvl9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Piers &amp; lifts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627F0-1096-49C6-833F-D8FF746AC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dc530681b4e45"/>
          <a:stretch xmlns:a="http://schemas.openxmlformats.org/drawingml/2006/main"/>
        </p:blipFill>
        <p:spPr>
          <a:xfrm xmlns:a="http://schemas.openxmlformats.org/drawingml/2006/main">
            <a:off x="5238750" y="5088996"/>
            <a:ext cx="1047750" cy="651933"/>
          </a:xfrm>
          <a:prstGeom xmlns:a="http://schemas.openxmlformats.org/drawingml/2006/main" prst="rect">
            <a:avLst/>
          </a:prstGeom>
        </p:spPr>
      </p:pic>
      <p:sp>
        <p:nvSpPr>
          <p:cNvPr id="19" name="Boat care &amp; storage">
            <a:extLst xmlns:a="http://schemas.openxmlformats.org/drawingml/2006/main">
              <a:ext uri="{FF2B5EF4-FFF2-40B4-BE49-F238E27FC236}">
                <a16:creationId xmlns:a16="http://schemas.microsoft.com/office/drawing/2014/main" id="{E84A3E28-C0F4-466E-AE37-621CF430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388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  <a:lvl1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1pPr>
            <a:lvl2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2pPr>
            <a:lvl3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3pPr>
            <a:lvl4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4pPr>
            <a:lvl5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5pPr>
            <a:lvl6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6pPr>
            <a:lvl7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7pPr>
            <a:lvl8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8pPr>
            <a:lvl9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Boat care &amp; storage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B59B2-EBCF-4B54-A218-B65DBF5864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74429ee6d4d82"/>
          <a:stretch xmlns:a="http://schemas.openxmlformats.org/drawingml/2006/main"/>
        </p:blipFill>
        <p:spPr>
          <a:xfrm xmlns:a="http://schemas.openxmlformats.org/drawingml/2006/main">
            <a:off x="7524750" y="5088996"/>
            <a:ext cx="1047750" cy="651933"/>
          </a:xfrm>
          <a:prstGeom xmlns:a="http://schemas.openxmlformats.org/drawingml/2006/main" prst="rect">
            <a:avLst/>
          </a:prstGeom>
        </p:spPr>
      </p:pic>
      <p:sp>
        <p:nvSpPr>
          <p:cNvPr id="21" name="Lawn care">
            <a:extLst xmlns:a="http://schemas.openxmlformats.org/drawingml/2006/main">
              <a:ext uri="{FF2B5EF4-FFF2-40B4-BE49-F238E27FC236}">
                <a16:creationId xmlns:a16="http://schemas.microsoft.com/office/drawing/2014/main" id="{8CB3505D-501A-4B56-BC4B-2F748A06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388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  <a:lvl1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1pPr>
            <a:lvl2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2pPr>
            <a:lvl3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3pPr>
            <a:lvl4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4pPr>
            <a:lvl5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5pPr>
            <a:lvl6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6pPr>
            <a:lvl7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7pPr>
            <a:lvl8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8pPr>
            <a:lvl9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Lawn care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1A737-66AA-4DAE-B4E5-CB5967BDB2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34f5cfbab4327"/>
          <a:stretch xmlns:a="http://schemas.openxmlformats.org/drawingml/2006/main"/>
        </p:blipFill>
        <p:spPr>
          <a:xfrm xmlns:a="http://schemas.openxmlformats.org/drawingml/2006/main">
            <a:off x="9810750" y="5088996"/>
            <a:ext cx="1047750" cy="651933"/>
          </a:xfrm>
          <a:prstGeom xmlns:a="http://schemas.openxmlformats.org/drawingml/2006/main" prst="rect">
            <a:avLst/>
          </a:prstGeom>
        </p:spPr>
      </p:pic>
      <p:sp>
        <p:nvSpPr>
          <p:cNvPr id="23" name="Housekeeping">
            <a:extLst xmlns:a="http://schemas.openxmlformats.org/drawingml/2006/main">
              <a:ext uri="{FF2B5EF4-FFF2-40B4-BE49-F238E27FC236}">
                <a16:creationId xmlns:a16="http://schemas.microsoft.com/office/drawing/2014/main" id="{3EDA4B55-9147-4B04-8C71-185E0F5F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388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defPPr>
            <a:lvl1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1pPr>
            <a:lvl2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2pPr>
            <a:lvl3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3pPr>
            <a:lvl4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4pPr>
            <a:lvl5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5pPr>
            <a:lvl6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6pPr>
            <a:lvl7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7pPr>
            <a:lvl8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8pPr>
            <a:lvl9pPr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0A243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A2430"/>
                </a:solidFill>
                <a:latin typeface="Manrope"/>
                <a:ea typeface="Manrope"/>
                <a:cs typeface="Manrope"/>
              </a:rPr>
              <a:t>Housekeeping</a:t>
            </a:r>
          </a:p>
        </p:txBody>
      </p:sp>
      <p:sp>
        <p:nvSpPr>
          <p:cNvPr id="24" name="Big Long, Pretty &amp; Big Turkey Lakes · Av">
            <a:extLst xmlns:a="http://schemas.openxmlformats.org/drawingml/2006/main">
              <a:ext uri="{FF2B5EF4-FFF2-40B4-BE49-F238E27FC236}">
                <a16:creationId xmlns:a16="http://schemas.microsoft.com/office/drawing/2014/main" id="{5073004D-8BFD-4FE8-B542-F61F7DC2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defPPr>
            <a:lvl1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1pPr>
            <a:lvl2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2pPr>
            <a:lvl3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3pPr>
            <a:lvl4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4pPr>
            <a:lvl5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5pPr>
            <a:lvl6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6pPr>
            <a:lvl7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7pPr>
            <a:lvl8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8pPr>
            <a:lvl9pPr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681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D7681"/>
                </a:solidFill>
                <a:latin typeface="Manrope"/>
                <a:ea typeface="Manrope"/>
                <a:cs typeface="Manrope"/>
              </a:rPr>
              <a:t>Big Long, Pretty &amp; Big Turkey Lakes · Availability varies; some requests await a crew quote.</a:t>
            </a:r>
          </a:p>
        </p:txBody>
      </p:sp>
    </p:spTree>
    <p:extLst>
      <p:ext uri="{BB962C8B-B14F-4D97-AF65-F5344CB8AC3E}">
        <p14:creationId xmlns:p14="http://schemas.microsoft.com/office/powerpoint/2010/main" val="1835838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36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D0D93-1733-4C31-9CC8-85A4095E24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9ad7657b446a8"/>
          <a:stretch xmlns:a="http://schemas.openxmlformats.org/drawingml/2006/main"/>
        </p:blipFill>
        <p:spPr>
          <a:xfrm xmlns:a="http://schemas.openxmlformats.org/drawingml/2006/main">
            <a:off x="647700" y="400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Lake">
            <a:extLst xmlns:a="http://schemas.openxmlformats.org/drawingml/2006/main">
              <a:ext uri="{FF2B5EF4-FFF2-40B4-BE49-F238E27FC236}">
                <a16:creationId xmlns:a16="http://schemas.microsoft.com/office/drawing/2014/main" id="{EB9C3470-2E77-4B17-8928-7315085D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Lake</a:t>
            </a:r>
          </a:p>
        </p:txBody>
      </p:sp>
      <p:sp>
        <p:nvSpPr>
          <p:cNvPr id="3" name="Life">
            <a:extLst xmlns:a="http://schemas.openxmlformats.org/drawingml/2006/main">
              <a:ext uri="{FF2B5EF4-FFF2-40B4-BE49-F238E27FC236}">
                <a16:creationId xmlns:a16="http://schemas.microsoft.com/office/drawing/2014/main" id="{F4B2CDD6-DD5E-4725-A073-CFF18F05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"/>
            <a:ext cx="638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175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rPr>
              <a:t>Life</a:t>
            </a:r>
          </a:p>
        </p:txBody>
      </p:sp>
      <p:sp>
        <p:nvSpPr>
          <p:cNvPr id="4" name="See LakeLife at work">
            <a:extLst xmlns:a="http://schemas.openxmlformats.org/drawingml/2006/main">
              <a:ext uri="{FF2B5EF4-FFF2-40B4-BE49-F238E27FC236}">
                <a16:creationId xmlns:a16="http://schemas.microsoft.com/office/drawing/2014/main" id="{FD758378-5346-44CA-B921-D7B23979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5025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See LakeLife at work</a:t>
            </a:r>
          </a:p>
        </p:txBody>
      </p:sp>
      <p:sp>
        <p:nvSpPr>
          <p:cNvPr id="5" name="Start with what takes the most chasing.">
            <a:extLst xmlns:a="http://schemas.openxmlformats.org/drawingml/2006/main">
              <a:ext uri="{FF2B5EF4-FFF2-40B4-BE49-F238E27FC236}">
                <a16:creationId xmlns:a16="http://schemas.microsoft.com/office/drawing/2014/main" id="{5032B348-F75E-4768-BAEF-1483D514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  <a:lvl1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1pPr>
            <a:lvl2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2pPr>
            <a:lvl3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3pPr>
            <a:lvl4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4pPr>
            <a:lvl5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5pPr>
            <a:lvl6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6pPr>
            <a:lvl7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7pPr>
            <a:lvl8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8pPr>
            <a:lvl9pPr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Start with what takes the most chasing.</a:t>
            </a:r>
          </a:p>
        </p:txBody>
      </p:sp>
      <p:sp>
        <p:nvSpPr>
          <p:cNvPr id="6" name="PARK OWNERS">
            <a:extLst xmlns:a="http://schemas.openxmlformats.org/drawingml/2006/main">
              <a:ext uri="{FF2B5EF4-FFF2-40B4-BE49-F238E27FC236}">
                <a16:creationId xmlns:a16="http://schemas.microsoft.com/office/drawing/2014/main" id="{DE38CFE1-072F-4A65-8DD4-AD756C83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defPPr>
            <a:lvl1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1pPr>
            <a:lvl2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2pPr>
            <a:lvl3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3pPr>
            <a:lvl4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4pPr>
            <a:lvl5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5pPr>
            <a:lvl6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6pPr>
            <a:lvl7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7pPr>
            <a:lvl8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8pPr>
            <a:lvl9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E9B44C"/>
                </a:solidFill>
                <a:latin typeface="Manrope"/>
                <a:ea typeface="Manrope"/>
                <a:cs typeface="Manrope"/>
              </a:rPr>
              <a:t>PARK OWNERS</a:t>
            </a:r>
          </a:p>
        </p:txBody>
      </p:sp>
      <p:sp>
        <p:nvSpPr>
          <p:cNvPr id="7" name="Ask for a walkthrough">
            <a:extLst xmlns:a="http://schemas.openxmlformats.org/drawingml/2006/main">
              <a:ext uri="{FF2B5EF4-FFF2-40B4-BE49-F238E27FC236}">
                <a16:creationId xmlns:a16="http://schemas.microsoft.com/office/drawing/2014/main" id="{04254D91-9EA8-4DCA-BFC9-9E7F9C04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Ask for a walkthrough</a:t>
            </a:r>
          </a:p>
        </p:txBody>
      </p:sp>
      <p:sp>
        <p:nvSpPr>
          <p:cNvPr id="8" name="Tell us about your lots and the work&#10;you">
            <a:extLst xmlns:a="http://schemas.openxmlformats.org/drawingml/2006/main">
              <a:ext uri="{FF2B5EF4-FFF2-40B4-BE49-F238E27FC236}">
                <a16:creationId xmlns:a16="http://schemas.microsoft.com/office/drawing/2014/main" id="{EAC79B9F-A9CC-407C-95D4-68DC228D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Tell us about your lots and the work</a:t>
            </a:r>
          </a:p>
          <a:p xmlns:a="http://schemas.openxmlformats.org/drawingml/2006/main">
            <a:pPr>
              <a:buNone/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you need. We’ll review setup with you.</a:t>
            </a:r>
          </a:p>
        </p:txBody>
      </p:sp>
      <p:sp>
        <p:nvSpPr>
          <p:cNvPr id="9" name="HOMEOWNERS">
            <a:extLst xmlns:a="http://schemas.openxmlformats.org/drawingml/2006/main">
              <a:ext uri="{FF2B5EF4-FFF2-40B4-BE49-F238E27FC236}">
                <a16:creationId xmlns:a16="http://schemas.microsoft.com/office/drawing/2014/main" id="{39E49BC6-9881-4760-9803-009161E8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432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defPPr>
            <a:lvl1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1pPr>
            <a:lvl2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2pPr>
            <a:lvl3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3pPr>
            <a:lvl4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4pPr>
            <a:lvl5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5pPr>
            <a:lvl6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6pPr>
            <a:lvl7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7pPr>
            <a:lvl8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8pPr>
            <a:lvl9pPr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E9B44C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E9B44C"/>
                </a:solidFill>
                <a:latin typeface="Manrope"/>
                <a:ea typeface="Manrope"/>
                <a:cs typeface="Manrope"/>
              </a:rPr>
              <a:t>HOMEOWNERS</a:t>
            </a:r>
          </a:p>
        </p:txBody>
      </p:sp>
      <p:sp>
        <p:nvSpPr>
          <p:cNvPr id="10" name="Choose your first service">
            <a:extLst xmlns:a="http://schemas.openxmlformats.org/drawingml/2006/main">
              <a:ext uri="{FF2B5EF4-FFF2-40B4-BE49-F238E27FC236}">
                <a16:creationId xmlns:a16="http://schemas.microsoft.com/office/drawing/2014/main" id="{6F168ABA-E5E9-463A-9EAC-B680596B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814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550" b="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</a:rPr>
              <a:t>Choose your first service</a:t>
            </a:r>
          </a:p>
        </p:txBody>
      </p:sp>
      <p:sp>
        <p:nvSpPr>
          <p:cNvPr id="11" name="Review the service, pricing status&#10;and l">
            <a:extLst xmlns:a="http://schemas.openxmlformats.org/drawingml/2006/main">
              <a:ext uri="{FF2B5EF4-FFF2-40B4-BE49-F238E27FC236}">
                <a16:creationId xmlns:a16="http://schemas.microsoft.com/office/drawing/2014/main" id="{D28F80C3-B53B-4EC4-993A-D821DBE2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338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  <a:lvl1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1pPr>
            <a:lvl2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2pPr>
            <a:lvl3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3pPr>
            <a:lvl4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4pPr>
            <a:lvl5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5pPr>
            <a:lvl6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6pPr>
            <a:lvl7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7pPr>
            <a:lvl8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8pPr>
            <a:lvl9pPr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Review the service, pricing status</a:t>
            </a:r>
          </a:p>
          <a:p xmlns:a="http://schemas.openxmlformats.org/drawingml/2006/main">
            <a:pPr>
              <a:buNone/>
              <a:defRPr sz="1800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and local availability.</a:t>
            </a:r>
          </a:p>
        </p:txBody>
      </p:sp>
      <p:sp>
        <p:nvSpPr>
          <p:cNvPr id="12" name="LakeLife.ai">
            <a:extLst xmlns:a="http://schemas.openxmlformats.org/drawingml/2006/main">
              <a:ext uri="{FF2B5EF4-FFF2-40B4-BE49-F238E27FC236}">
                <a16:creationId xmlns:a16="http://schemas.microsoft.com/office/drawing/2014/main" id="{5B76078A-7A51-4BE6-B69B-036E2372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defPPr>
            <a:lvl1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1pPr>
            <a:lvl2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2pPr>
            <a:lvl3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3pPr>
            <a:lvl4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4pPr>
            <a:lvl5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5pPr>
            <a:lvl6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6pPr>
            <a:lvl7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7pPr>
            <a:lvl8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8pPr>
            <a:lvl9pPr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E9B44C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>
                <a:hlinkClick xmlns:r="http://schemas.openxmlformats.org/officeDocument/2006/relationships" r:id="R2660e1ad8781417a"/>
              </a:rPr>
              <a:t>LakeLife.ai</a:t>
            </a:r>
          </a:p>
        </p:txBody>
      </p:sp>
      <p:sp>
        <p:nvSpPr>
          <p:cNvPr id="13" name="Park setup is guided. Local service avai">
            <a:extLst xmlns:a="http://schemas.openxmlformats.org/drawingml/2006/main">
              <a:ext uri="{FF2B5EF4-FFF2-40B4-BE49-F238E27FC236}">
                <a16:creationId xmlns:a16="http://schemas.microsoft.com/office/drawing/2014/main" id="{F93BF2F1-5481-46B8-B565-C080810B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483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defPPr>
            <a:lvl1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1pPr>
            <a:lvl2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2pPr>
            <a:lvl3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3pPr>
            <a:lvl4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4pPr>
            <a:lvl5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5pPr>
            <a:lvl6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6pPr>
            <a:lvl7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7pPr>
            <a:lvl8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8pPr>
            <a:lvl9pPr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BFE3E8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E3E8"/>
                </a:solidFill>
                <a:latin typeface="Manrope"/>
                <a:ea typeface="Manrope"/>
                <a:cs typeface="Manrope"/>
              </a:rPr>
              <a:t>Park setup is guided. Local service availability varies.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3FF32-F65E-4B6E-A944-B320F3ABB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ce9b967f64cfb"/>
          <a:stretch xmlns:a="http://schemas.openxmlformats.org/drawingml/2006/main"/>
        </p:blipFill>
        <p:spPr>
          <a:xfrm xmlns:a="http://schemas.openxmlformats.org/drawingml/2006/main">
            <a:off x="0" y="5926138"/>
            <a:ext cx="12192000" cy="93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41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2026-10-18T21:34:38.8140000Z</dcterms:created>
  <dcterms:modified xsi:type="dcterms:W3CDTF">2026-10-18T21:34:38.8140000Z</dcterms:modified>
</coreProperties>
</file>